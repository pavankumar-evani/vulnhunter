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4410" r:id="rId4"/>
  </p:sldMasterIdLst>
  <p:notesMasterIdLst>
    <p:notesMasterId r:id="rId71"/>
  </p:notesMasterIdLst>
  <p:handoutMasterIdLst>
    <p:handoutMasterId r:id="rId72"/>
  </p:handoutMasterIdLst>
  <p:sldIdLst>
    <p:sldId id="256" r:id="rId12"/>
    <p:sldId id="257" r:id="rId13"/>
    <p:sldId id="258" r:id="rId14"/>
    <p:sldId id="259" r:id="rId15"/>
    <p:sldId id="260" r:id="rId16"/>
    <p:sldId id="261" r:id="rId17"/>
    <p:sldId id="262" r:id="rId18"/>
    <p:sldId id="263" r:id="rId19"/>
    <p:sldId id="264" r:id="rId20"/>
    <p:sldId id="265" r:id="rId21"/>
    <p:sldId id="266" r:id="rId22"/>
  </p:sldIdLst>
  <p:sldSz cx="12192000" cy="6858000"/>
  <p:notesSz cx="7315200" cy="9601200"/>
  <p:custDataLst>
    <p:tags r:id="rId7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s" id="{BAC1763D-52FA-4D99-B74A-09978868D1DF}">
          <p14:sldIdLst>
            <p14:sldId id="478"/>
            <p14:sldId id="1816"/>
            <p14:sldId id="1838"/>
            <p14:sldId id="1840"/>
            <p14:sldId id="1841"/>
            <p14:sldId id="1842"/>
            <p14:sldId id="1826"/>
            <p14:sldId id="1839"/>
            <p14:sldId id="1817"/>
            <p14:sldId id="1828"/>
            <p14:sldId id="1814"/>
            <p14:sldId id="1833"/>
            <p14:sldId id="1823"/>
            <p14:sldId id="1830"/>
            <p14:sldId id="1815"/>
            <p14:sldId id="1843"/>
            <p14:sldId id="1813"/>
            <p14:sldId id="1834"/>
          </p14:sldIdLst>
        </p14:section>
        <p14:section name="Brand basics" id="{8EE32D32-E91A-427D-B680-3FF11AABE0B8}">
          <p14:sldIdLst>
            <p14:sldId id="1808"/>
            <p14:sldId id="1798"/>
            <p14:sldId id="1809"/>
            <p14:sldId id="1799"/>
            <p14:sldId id="2147483247"/>
            <p14:sldId id="1812"/>
          </p14:sldIdLst>
        </p14:section>
        <p14:section name="Content slides" id="{49CC7682-57B2-4455-BD9B-709563297FEE}">
          <p14:sldIdLst>
            <p14:sldId id="342"/>
            <p14:sldId id="2147483249"/>
            <p14:sldId id="2147483250"/>
            <p14:sldId id="2147483251"/>
            <p14:sldId id="1824"/>
            <p14:sldId id="1835"/>
            <p14:sldId id="471"/>
            <p14:sldId id="1821"/>
            <p14:sldId id="1836"/>
            <p14:sldId id="469"/>
            <p14:sldId id="1837"/>
            <p14:sldId id="470"/>
            <p14:sldId id="472"/>
            <p14:sldId id="1811"/>
            <p14:sldId id="451"/>
            <p14:sldId id="453"/>
            <p14:sldId id="454"/>
            <p14:sldId id="455"/>
            <p14:sldId id="457"/>
            <p14:sldId id="458"/>
            <p14:sldId id="459"/>
            <p14:sldId id="460"/>
            <p14:sldId id="461"/>
            <p14:sldId id="463"/>
            <p14:sldId id="464"/>
            <p14:sldId id="366"/>
            <p14:sldId id="367"/>
            <p14:sldId id="465"/>
            <p14:sldId id="466"/>
            <p14:sldId id="467"/>
            <p14:sldId id="468"/>
            <p14:sldId id="374"/>
            <p14:sldId id="375"/>
            <p14:sldId id="376"/>
            <p14:sldId id="377"/>
            <p14:sldId id="474"/>
            <p14:sldId id="378"/>
            <p14:sldId id="379"/>
            <p14:sldId id="380"/>
            <p14:sldId id="384"/>
            <p14:sldId id="385"/>
            <p14:sldId id="386"/>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F6E4"/>
    <a:srgbClr val="F2F5E3"/>
    <a:srgbClr val="63666A"/>
    <a:srgbClr val="75787B"/>
    <a:srgbClr val="97999B"/>
    <a:srgbClr val="A7A8AA"/>
    <a:srgbClr val="BBBCBC"/>
    <a:srgbClr val="D0D0CE"/>
    <a:srgbClr val="007CB0"/>
    <a:srgbClr val="041E4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58" autoAdjust="0"/>
    <p:restoredTop sz="92603" autoAdjust="0"/>
  </p:normalViewPr>
  <p:slideViewPr>
    <p:cSldViewPr snapToGrid="0" showGuides="1">
      <p:cViewPr varScale="1">
        <p:scale>
          <a:sx n="113" d="100"/>
          <a:sy n="113" d="100"/>
        </p:scale>
        <p:origin x="424" y="176"/>
      </p:cViewPr>
      <p:guideLst/>
    </p:cSldViewPr>
  </p:slideViewPr>
  <p:outlineViewPr>
    <p:cViewPr>
      <p:scale>
        <a:sx n="33" d="100"/>
        <a:sy n="33" d="100"/>
      </p:scale>
      <p:origin x="0" y="-59190"/>
    </p:cViewPr>
  </p:outlineViewPr>
  <p:notesTextViewPr>
    <p:cViewPr>
      <p:scale>
        <a:sx n="100" d="100"/>
        <a:sy n="100" d="100"/>
      </p:scale>
      <p:origin x="0" y="0"/>
    </p:cViewPr>
  </p:notesTextViewPr>
  <p:sorterViewPr>
    <p:cViewPr>
      <p:scale>
        <a:sx n="81" d="100"/>
        <a:sy n="81" d="100"/>
      </p:scale>
      <p:origin x="0" y="0"/>
    </p:cViewPr>
  </p:sorterViewPr>
  <p:notesViewPr>
    <p:cSldViewPr snapToGrid="0" showGuides="1">
      <p:cViewPr varScale="1">
        <p:scale>
          <a:sx n="57" d="100"/>
          <a:sy n="57" d="100"/>
        </p:scale>
        <p:origin x="1992" y="9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71" Type="http://schemas.openxmlformats.org/officeDocument/2006/relationships/notesMaster" Target="notesMasters/notesMaster1.xml"/><Relationship Id="rId72" Type="http://schemas.openxmlformats.org/officeDocument/2006/relationships/handoutMaster" Target="handoutMasters/handoutMaster1.xml"/><Relationship Id="rId73" Type="http://schemas.openxmlformats.org/officeDocument/2006/relationships/tags" Target="tags/tag1.xml"/><Relationship Id="rId74" Type="http://schemas.openxmlformats.org/officeDocument/2006/relationships/presProps" Target="presProps.xml"/><Relationship Id="rId75" Type="http://schemas.openxmlformats.org/officeDocument/2006/relationships/viewProps" Target="viewProps.xml"/><Relationship Id="rId76" Type="http://schemas.openxmlformats.org/officeDocument/2006/relationships/theme" Target="theme/theme1.xml"/><Relationship Id="rId7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 y="1"/>
            <a:ext cx="3170138" cy="479539"/>
          </a:xfrm>
          <a:prstGeom prst="rect">
            <a:avLst/>
          </a:prstGeom>
        </p:spPr>
        <p:txBody>
          <a:bodyPr vert="horz" lIns="90913" tIns="45457" rIns="90913" bIns="45457" rtlCol="0"/>
          <a:lstStyle>
            <a:lvl1pPr algn="l">
              <a:defRPr sz="1100"/>
            </a:lvl1pPr>
          </a:lstStyle>
          <a:p>
            <a:endParaRPr lang="en-US" dirty="0">
              <a:latin typeface="Arial" panose="020B0604020202020204" pitchFamily="34" charset="0"/>
            </a:endParaRPr>
          </a:p>
        </p:txBody>
      </p:sp>
      <p:sp>
        <p:nvSpPr>
          <p:cNvPr id="3" name="Date Placeholder 2"/>
          <p:cNvSpPr>
            <a:spLocks noGrp="1"/>
          </p:cNvSpPr>
          <p:nvPr>
            <p:ph type="dt" sz="quarter" idx="1"/>
          </p:nvPr>
        </p:nvSpPr>
        <p:spPr>
          <a:xfrm>
            <a:off x="4143427" y="1"/>
            <a:ext cx="3170138" cy="479539"/>
          </a:xfrm>
          <a:prstGeom prst="rect">
            <a:avLst/>
          </a:prstGeom>
        </p:spPr>
        <p:txBody>
          <a:bodyPr vert="horz" lIns="90913" tIns="45457" rIns="90913" bIns="45457" rtlCol="0"/>
          <a:lstStyle>
            <a:lvl1pPr algn="r">
              <a:defRPr sz="1100"/>
            </a:lvl1pPr>
          </a:lstStyle>
          <a:p>
            <a:fld id="{B4AD245C-091B-44E2-BFB0-BD94217887F7}" type="datetimeFigureOut">
              <a:rPr lang="en-US" smtClean="0">
                <a:latin typeface="Arial" panose="020B0604020202020204" pitchFamily="34" charset="0"/>
              </a:rPr>
              <a:t>2/27/26</a:t>
            </a:fld>
            <a:endParaRPr lang="en-US" dirty="0">
              <a:latin typeface="Arial" panose="020B0604020202020204" pitchFamily="34" charset="0"/>
            </a:endParaRPr>
          </a:p>
        </p:txBody>
      </p:sp>
      <p:sp>
        <p:nvSpPr>
          <p:cNvPr id="4" name="Footer Placeholder 3"/>
          <p:cNvSpPr>
            <a:spLocks noGrp="1"/>
          </p:cNvSpPr>
          <p:nvPr>
            <p:ph type="ftr" sz="quarter" idx="2"/>
          </p:nvPr>
        </p:nvSpPr>
        <p:spPr>
          <a:xfrm>
            <a:off x="4" y="9120173"/>
            <a:ext cx="3170138" cy="479539"/>
          </a:xfrm>
          <a:prstGeom prst="rect">
            <a:avLst/>
          </a:prstGeom>
        </p:spPr>
        <p:txBody>
          <a:bodyPr vert="horz" lIns="90913" tIns="45457" rIns="90913" bIns="45457" rtlCol="0" anchor="b"/>
          <a:lstStyle>
            <a:lvl1pPr algn="l">
              <a:defRPr sz="1100"/>
            </a:lvl1pPr>
          </a:lstStyle>
          <a:p>
            <a:endParaRPr lang="en-US" dirty="0">
              <a:latin typeface="Arial" panose="020B0604020202020204" pitchFamily="34" charset="0"/>
            </a:endParaRPr>
          </a:p>
        </p:txBody>
      </p:sp>
      <p:sp>
        <p:nvSpPr>
          <p:cNvPr id="5" name="Slide Number Placeholder 4"/>
          <p:cNvSpPr>
            <a:spLocks noGrp="1"/>
          </p:cNvSpPr>
          <p:nvPr>
            <p:ph type="sldNum" sz="quarter" idx="3"/>
          </p:nvPr>
        </p:nvSpPr>
        <p:spPr>
          <a:xfrm>
            <a:off x="4143427" y="9120173"/>
            <a:ext cx="3170138" cy="479539"/>
          </a:xfrm>
          <a:prstGeom prst="rect">
            <a:avLst/>
          </a:prstGeom>
        </p:spPr>
        <p:txBody>
          <a:bodyPr vert="horz" lIns="90913" tIns="45457" rIns="90913" bIns="45457" rtlCol="0" anchor="b"/>
          <a:lstStyle>
            <a:lvl1pPr algn="r">
              <a:defRPr sz="1100"/>
            </a:lvl1pPr>
          </a:lstStyle>
          <a:p>
            <a:fld id="{9A913F39-CFF6-40F1-84D1-700840B41EAB}" type="slidenum">
              <a:rPr lang="en-US" smtClean="0">
                <a:latin typeface="Arial" panose="020B0604020202020204" pitchFamily="34" charset="0"/>
              </a:rPr>
              <a:t>‹#›</a:t>
            </a:fld>
            <a:endParaRPr lang="en-US" dirty="0">
              <a:latin typeface="Arial" panose="020B0604020202020204" pitchFamily="34" charset="0"/>
            </a:endParaRPr>
          </a:p>
        </p:txBody>
      </p:sp>
    </p:spTree>
    <p:extLst>
      <p:ext uri="{BB962C8B-B14F-4D97-AF65-F5344CB8AC3E}">
        <p14:creationId xmlns:p14="http://schemas.microsoft.com/office/powerpoint/2010/main" val="195481318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0060"/>
          </a:xfrm>
          <a:prstGeom prst="rect">
            <a:avLst/>
          </a:prstGeom>
        </p:spPr>
        <p:txBody>
          <a:bodyPr vert="horz" lIns="98478" tIns="49238" rIns="98478" bIns="49238" rtlCol="0"/>
          <a:lstStyle>
            <a:lvl1pPr algn="l">
              <a:defRPr sz="120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4143589" y="1"/>
            <a:ext cx="3169920" cy="480060"/>
          </a:xfrm>
          <a:prstGeom prst="rect">
            <a:avLst/>
          </a:prstGeom>
        </p:spPr>
        <p:txBody>
          <a:bodyPr vert="horz" lIns="98478" tIns="49238" rIns="98478" bIns="49238" rtlCol="0"/>
          <a:lstStyle>
            <a:lvl1pPr algn="r">
              <a:defRPr sz="1200">
                <a:latin typeface="Arial" panose="020B0604020202020204" pitchFamily="34" charset="0"/>
              </a:defRPr>
            </a:lvl1pPr>
          </a:lstStyle>
          <a:p>
            <a:fld id="{0BA5BBE4-AEA3-489A-A28E-0C2FAF2506E3}" type="datetimeFigureOut">
              <a:rPr lang="en-US" smtClean="0"/>
              <a:pPr/>
              <a:t>2/27/26</a:t>
            </a:fld>
            <a:endParaRPr lang="en-US" dirty="0"/>
          </a:p>
        </p:txBody>
      </p:sp>
      <p:sp>
        <p:nvSpPr>
          <p:cNvPr id="4" name="Slide Image Placeholder 3"/>
          <p:cNvSpPr>
            <a:spLocks noGrp="1" noRot="1" noChangeAspect="1"/>
          </p:cNvSpPr>
          <p:nvPr>
            <p:ph type="sldImg" idx="2"/>
          </p:nvPr>
        </p:nvSpPr>
        <p:spPr>
          <a:xfrm>
            <a:off x="458788" y="720725"/>
            <a:ext cx="6397625" cy="3598863"/>
          </a:xfrm>
          <a:prstGeom prst="rect">
            <a:avLst/>
          </a:prstGeom>
          <a:noFill/>
          <a:ln w="12700">
            <a:solidFill>
              <a:prstClr val="black"/>
            </a:solidFill>
          </a:ln>
        </p:spPr>
        <p:txBody>
          <a:bodyPr vert="horz" lIns="98478" tIns="49238" rIns="98478" bIns="49238" rtlCol="0" anchor="ctr"/>
          <a:lstStyle/>
          <a:p>
            <a:endParaRPr lang="en-GB" dirty="0"/>
          </a:p>
        </p:txBody>
      </p:sp>
      <p:sp>
        <p:nvSpPr>
          <p:cNvPr id="5" name="Notes Placeholder 4"/>
          <p:cNvSpPr>
            <a:spLocks noGrp="1"/>
          </p:cNvSpPr>
          <p:nvPr>
            <p:ph type="body" sz="quarter" idx="3"/>
          </p:nvPr>
        </p:nvSpPr>
        <p:spPr>
          <a:xfrm>
            <a:off x="731520" y="4560571"/>
            <a:ext cx="5852160" cy="4320540"/>
          </a:xfrm>
          <a:prstGeom prst="rect">
            <a:avLst/>
          </a:prstGeom>
        </p:spPr>
        <p:txBody>
          <a:bodyPr vert="horz" lIns="98478" tIns="49238" rIns="98478" bIns="49238"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5"/>
            <a:ext cx="3169920" cy="480060"/>
          </a:xfrm>
          <a:prstGeom prst="rect">
            <a:avLst/>
          </a:prstGeom>
        </p:spPr>
        <p:txBody>
          <a:bodyPr vert="horz" lIns="98478" tIns="49238" rIns="98478" bIns="49238" rtlCol="0" anchor="b"/>
          <a:lstStyle>
            <a:lvl1pPr algn="l">
              <a:defRPr sz="120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4143589" y="9119475"/>
            <a:ext cx="3169920" cy="480060"/>
          </a:xfrm>
          <a:prstGeom prst="rect">
            <a:avLst/>
          </a:prstGeom>
        </p:spPr>
        <p:txBody>
          <a:bodyPr vert="horz" lIns="98478" tIns="49238" rIns="98478" bIns="49238" rtlCol="0" anchor="b"/>
          <a:lstStyle>
            <a:lvl1pPr algn="r">
              <a:defRPr sz="1200">
                <a:latin typeface="Arial" panose="020B0604020202020204" pitchFamily="34" charset="0"/>
              </a:defRPr>
            </a:lvl1pPr>
          </a:lstStyle>
          <a:p>
            <a:fld id="{C0F4A2C8-6C88-4E71-83EE-698B9D4FE22F}" type="slidenum">
              <a:rPr lang="en-US" smtClean="0"/>
              <a:pPr/>
              <a:t>‹#›</a:t>
            </a:fld>
            <a:endParaRPr lang="en-US" dirty="0"/>
          </a:p>
        </p:txBody>
      </p:sp>
    </p:spTree>
    <p:extLst>
      <p:ext uri="{BB962C8B-B14F-4D97-AF65-F5344CB8AC3E}">
        <p14:creationId xmlns:p14="http://schemas.microsoft.com/office/powerpoint/2010/main" val="1904730299"/>
      </p:ext>
    </p:extLst>
  </p:cSld>
  <p:clrMap bg1="lt1" tx1="dk1" bg2="lt2" tx2="dk2" accent1="accent1" accent2="accent2" accent3="accent3" accent4="accent4" accent5="accent5" accent6="accent6" hlink="hlink" folHlink="folHlink"/>
  <p:hf hdr="0" ftr="0" dt="0"/>
  <p:notesStyle>
    <a:lvl1pPr marL="0" algn="l" defTabSz="1219170" rtl="0" eaLnBrk="1" latinLnBrk="0" hangingPunct="1">
      <a:defRPr sz="1600" kern="1200">
        <a:solidFill>
          <a:schemeClr val="tx1"/>
        </a:solidFill>
        <a:latin typeface="Arial" panose="020B0604020202020204" pitchFamily="34" charset="0"/>
        <a:ea typeface="+mn-ea"/>
        <a:cs typeface="+mn-cs"/>
      </a:defRPr>
    </a:lvl1pPr>
    <a:lvl2pPr marL="609585" algn="l" defTabSz="1219170" rtl="0" eaLnBrk="1" latinLnBrk="0" hangingPunct="1">
      <a:defRPr sz="1600" kern="1200">
        <a:solidFill>
          <a:schemeClr val="tx1"/>
        </a:solidFill>
        <a:latin typeface="Arial" panose="020B0604020202020204" pitchFamily="34" charset="0"/>
        <a:ea typeface="+mn-ea"/>
        <a:cs typeface="+mn-cs"/>
      </a:defRPr>
    </a:lvl2pPr>
    <a:lvl3pPr marL="1219170" algn="l" defTabSz="1219170" rtl="0" eaLnBrk="1" latinLnBrk="0" hangingPunct="1">
      <a:defRPr sz="1600" kern="1200">
        <a:solidFill>
          <a:schemeClr val="tx1"/>
        </a:solidFill>
        <a:latin typeface="Arial" panose="020B0604020202020204" pitchFamily="34" charset="0"/>
        <a:ea typeface="+mn-ea"/>
        <a:cs typeface="+mn-cs"/>
      </a:defRPr>
    </a:lvl3pPr>
    <a:lvl4pPr marL="1828754" algn="l" defTabSz="1219170" rtl="0" eaLnBrk="1" latinLnBrk="0" hangingPunct="1">
      <a:defRPr sz="1600" kern="1200">
        <a:solidFill>
          <a:schemeClr val="tx1"/>
        </a:solidFill>
        <a:latin typeface="Arial" panose="020B0604020202020204" pitchFamily="34" charset="0"/>
        <a:ea typeface="+mn-ea"/>
        <a:cs typeface="+mn-cs"/>
      </a:defRPr>
    </a:lvl4pPr>
    <a:lvl5pPr marL="2438339" algn="l" defTabSz="1219170" rtl="0" eaLnBrk="1" latinLnBrk="0" hangingPunct="1">
      <a:defRPr sz="1600" kern="1200">
        <a:solidFill>
          <a:schemeClr val="tx1"/>
        </a:solidFill>
        <a:latin typeface="Arial" panose="020B0604020202020204" pitchFamily="34" charset="0"/>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 Id="rId3" Type="http://schemas.openxmlformats.org/officeDocument/2006/relationships/image" Target="../media/image7.png"/><Relationship Id="rId4" Type="http://schemas.openxmlformats.org/officeDocument/2006/relationships/oleObject" Target="../embeddings/oleObject2.bin"/><Relationship Id="rId5" Type="http://schemas.openxmlformats.org/officeDocument/2006/relationships/image" Target="../media/image8.emf"/></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 Id="rId3" Type="http://schemas.openxmlformats.org/officeDocument/2006/relationships/image" Target="../media/image9.png"/><Relationship Id="rId4" Type="http://schemas.openxmlformats.org/officeDocument/2006/relationships/oleObject" Target="../embeddings/oleObject2.bin"/><Relationship Id="rId5" Type="http://schemas.openxmlformats.org/officeDocument/2006/relationships/image" Target="../media/image8.emf"/></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8.emf"/></Relationships>
</file>

<file path=ppt/slideLayouts/_rels/slideLayout18.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8.emf"/></Relationships>
</file>

<file path=ppt/slideLayouts/_rels/slideLayout19.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8.emf"/></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8.emf"/></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26.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27.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28.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29.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30.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31.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35.xml.rels><?xml version='1.0' encoding='UTF-8' standalone='yes'?>
<Relationships xmlns="http://schemas.openxmlformats.org/package/2006/relationships"><Relationship Id="rId1" Type="http://schemas.openxmlformats.org/officeDocument/2006/relationships/tags" Target="../tags/tag17.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36.xml.rels><?xml version='1.0' encoding='UTF-8' standalone='yes'?>
<Relationships xmlns="http://schemas.openxmlformats.org/package/2006/relationships"><Relationship Id="rId1" Type="http://schemas.openxmlformats.org/officeDocument/2006/relationships/tags" Target="../tags/tag18.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37.xml.rels><?xml version='1.0' encoding='UTF-8' standalone='yes'?>
<Relationships xmlns="http://schemas.openxmlformats.org/package/2006/relationships"><Relationship Id="rId1" Type="http://schemas.openxmlformats.org/officeDocument/2006/relationships/tags" Target="../tags/tag19.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38.xml.rels><?xml version='1.0' encoding='UTF-8' standalone='yes'?>
<Relationships xmlns="http://schemas.openxmlformats.org/package/2006/relationships"><Relationship Id="rId1" Type="http://schemas.openxmlformats.org/officeDocument/2006/relationships/tags" Target="../tags/tag20.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39.xml.rels><?xml version='1.0' encoding='UTF-8' standalone='yes'?>
<Relationships xmlns="http://schemas.openxmlformats.org/package/2006/relationships"><Relationship Id="rId1" Type="http://schemas.openxmlformats.org/officeDocument/2006/relationships/tags" Target="../tags/tag21.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40.xml.rels><?xml version='1.0' encoding='UTF-8' standalone='yes'?>
<Relationships xmlns="http://schemas.openxmlformats.org/package/2006/relationships"><Relationship Id="rId1" Type="http://schemas.openxmlformats.org/officeDocument/2006/relationships/tags" Target="../tags/tag22.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tags" Target="../tags/tag23.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43.xml.rels><?xml version='1.0' encoding='UTF-8' standalone='yes'?>
<Relationships xmlns="http://schemas.openxmlformats.org/package/2006/relationships"><Relationship Id="rId1" Type="http://schemas.openxmlformats.org/officeDocument/2006/relationships/tags" Target="../tags/tag24.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44.xml.rels><?xml version='1.0' encoding='UTF-8' standalone='yes'?>
<Relationships xmlns="http://schemas.openxmlformats.org/package/2006/relationships"><Relationship Id="rId1" Type="http://schemas.openxmlformats.org/officeDocument/2006/relationships/tags" Target="../tags/tag25.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45.xml.rels><?xml version='1.0' encoding='UTF-8' standalone='yes'?>
<Relationships xmlns="http://schemas.openxmlformats.org/package/2006/relationships"><Relationship Id="rId1" Type="http://schemas.openxmlformats.org/officeDocument/2006/relationships/tags" Target="../tags/tag26.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46.xml.rels><?xml version='1.0' encoding='UTF-8' standalone='yes'?>
<Relationships xmlns="http://schemas.openxmlformats.org/package/2006/relationships"><Relationship Id="rId1" Type="http://schemas.openxmlformats.org/officeDocument/2006/relationships/tags" Target="../tags/tag27.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47.xml.rels><?xml version='1.0' encoding='UTF-8' standalone='yes'?>
<Relationships xmlns="http://schemas.openxmlformats.org/package/2006/relationships"><Relationship Id="rId1" Type="http://schemas.openxmlformats.org/officeDocument/2006/relationships/tags" Target="../tags/tag28.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48.xml.rels><?xml version='1.0' encoding='UTF-8' standalone='yes'?>
<Relationships xmlns="http://schemas.openxmlformats.org/package/2006/relationships"><Relationship Id="rId1" Type="http://schemas.openxmlformats.org/officeDocument/2006/relationships/tags" Target="../tags/tag29.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tags" Target="../tags/tag30.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52.xml.rels><?xml version='1.0' encoding='UTF-8' standalone='yes'?>
<Relationships xmlns="http://schemas.openxmlformats.org/package/2006/relationships"><Relationship Id="rId1" Type="http://schemas.openxmlformats.org/officeDocument/2006/relationships/tags" Target="../tags/tag31.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53.xml.rels><?xml version='1.0' encoding='UTF-8' standalone='yes'?>
<Relationships xmlns="http://schemas.openxmlformats.org/package/2006/relationships"><Relationship Id="rId1" Type="http://schemas.openxmlformats.org/officeDocument/2006/relationships/tags" Target="../tags/tag32.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54.xml.rels><?xml version='1.0' encoding='UTF-8' standalone='yes'?>
<Relationships xmlns="http://schemas.openxmlformats.org/package/2006/relationships"><Relationship Id="rId1" Type="http://schemas.openxmlformats.org/officeDocument/2006/relationships/tags" Target="../tags/tag33.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55.xml.rels><?xml version='1.0' encoding='UTF-8' standalone='yes'?>
<Relationships xmlns="http://schemas.openxmlformats.org/package/2006/relationships"><Relationship Id="rId1" Type="http://schemas.openxmlformats.org/officeDocument/2006/relationships/tags" Target="../tags/tag34.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56.xml.rels><?xml version='1.0' encoding='UTF-8' standalone='yes'?>
<Relationships xmlns="http://schemas.openxmlformats.org/package/2006/relationships"><Relationship Id="rId1" Type="http://schemas.openxmlformats.org/officeDocument/2006/relationships/tags" Target="../tags/tag35.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 White with tagline logo lockup">
    <p:bg bwMode="gray">
      <p:bgPr>
        <a:solidFill>
          <a:schemeClr val="bg1"/>
        </a:soli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3"/>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tx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2" name="Picture Placeholder 8">
            <a:extLst>
              <a:ext uri="{FF2B5EF4-FFF2-40B4-BE49-F238E27FC236}">
                <a16:creationId xmlns:a16="http://schemas.microsoft.com/office/drawing/2014/main" id="{7FC5E484-EB26-0B50-B87A-799C320E8303}"/>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endParaRPr lang="en-US" noProof="0" dirty="0"/>
          </a:p>
        </p:txBody>
      </p:sp>
      <p:pic>
        <p:nvPicPr>
          <p:cNvPr id="3" name="Picture 3">
            <a:extLst>
              <a:ext uri="{FF2B5EF4-FFF2-40B4-BE49-F238E27FC236}">
                <a16:creationId xmlns:a16="http://schemas.microsoft.com/office/drawing/2014/main" id="{B6970A4B-B432-0F69-C312-D57C3DF06CD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12692" y="-5031"/>
            <a:ext cx="2779773" cy="1307351"/>
          </a:xfrm>
          <a:prstGeom prst="rect">
            <a:avLst/>
          </a:prstGeom>
        </p:spPr>
      </p:pic>
    </p:spTree>
    <p:extLst>
      <p:ext uri="{BB962C8B-B14F-4D97-AF65-F5344CB8AC3E}">
        <p14:creationId xmlns:p14="http://schemas.microsoft.com/office/powerpoint/2010/main" val="3131720489"/>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3"/>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tx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2" name="Picture Placeholder 8">
            <a:extLst>
              <a:ext uri="{FF2B5EF4-FFF2-40B4-BE49-F238E27FC236}">
                <a16:creationId xmlns:a16="http://schemas.microsoft.com/office/drawing/2014/main" id="{A9C623ED-9A31-E94B-385F-DFBB34F5916A}"/>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endParaRPr lang="en-US" noProof="0" dirty="0"/>
          </a:p>
        </p:txBody>
      </p:sp>
      <p:pic>
        <p:nvPicPr>
          <p:cNvPr id="3" name="Picture 2">
            <a:extLst>
              <a:ext uri="{FF2B5EF4-FFF2-40B4-BE49-F238E27FC236}">
                <a16:creationId xmlns:a16="http://schemas.microsoft.com/office/drawing/2014/main" id="{856FA620-B23E-0D62-CFAF-C7B1EE2DF1E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7924" y="-4221"/>
            <a:ext cx="2551173" cy="1036908"/>
          </a:xfrm>
          <a:prstGeom prst="rect">
            <a:avLst/>
          </a:prstGeom>
        </p:spPr>
      </p:pic>
    </p:spTree>
    <p:extLst>
      <p:ext uri="{BB962C8B-B14F-4D97-AF65-F5344CB8AC3E}">
        <p14:creationId xmlns:p14="http://schemas.microsoft.com/office/powerpoint/2010/main" val="2031414574"/>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 Pale Green with tagline logo lockup">
    <p:bg bwMode="gray">
      <p:bgPr>
        <a:solidFill>
          <a:schemeClr val="accent6"/>
        </a:soli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3"/>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tx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2" name="Picture Placeholder 8">
            <a:extLst>
              <a:ext uri="{FF2B5EF4-FFF2-40B4-BE49-F238E27FC236}">
                <a16:creationId xmlns:a16="http://schemas.microsoft.com/office/drawing/2014/main" id="{9A09F874-9939-7788-F7E8-1E902B5632A8}"/>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endParaRPr lang="en-US" noProof="0" dirty="0"/>
          </a:p>
        </p:txBody>
      </p:sp>
      <p:pic>
        <p:nvPicPr>
          <p:cNvPr id="4" name="Picture 3">
            <a:extLst>
              <a:ext uri="{FF2B5EF4-FFF2-40B4-BE49-F238E27FC236}">
                <a16:creationId xmlns:a16="http://schemas.microsoft.com/office/drawing/2014/main" id="{4BC315A3-99EF-FC55-DE24-58D79C1DD212}"/>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12692" y="-5031"/>
            <a:ext cx="2779773" cy="1307351"/>
          </a:xfrm>
          <a:prstGeom prst="rect">
            <a:avLst/>
          </a:prstGeom>
        </p:spPr>
      </p:pic>
    </p:spTree>
    <p:extLst>
      <p:ext uri="{BB962C8B-B14F-4D97-AF65-F5344CB8AC3E}">
        <p14:creationId xmlns:p14="http://schemas.microsoft.com/office/powerpoint/2010/main" val="387898768"/>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slide - Pale Green">
    <p:bg bwMode="gray">
      <p:bgPr>
        <a:solidFill>
          <a:schemeClr val="accent6"/>
        </a:soli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3"/>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tx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2" name="Picture Placeholder 8">
            <a:extLst>
              <a:ext uri="{FF2B5EF4-FFF2-40B4-BE49-F238E27FC236}">
                <a16:creationId xmlns:a16="http://schemas.microsoft.com/office/drawing/2014/main" id="{B81976BE-EAA8-F89C-D5B3-ECA4949B5BC4}"/>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endParaRPr lang="en-US" noProof="0" dirty="0"/>
          </a:p>
        </p:txBody>
      </p:sp>
      <p:pic>
        <p:nvPicPr>
          <p:cNvPr id="6" name="Picture 5">
            <a:extLst>
              <a:ext uri="{FF2B5EF4-FFF2-40B4-BE49-F238E27FC236}">
                <a16:creationId xmlns:a16="http://schemas.microsoft.com/office/drawing/2014/main" id="{D8F5BA9B-7574-E325-E1B5-3C428C7E4C1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7924" y="-4221"/>
            <a:ext cx="2551173" cy="1036908"/>
          </a:xfrm>
          <a:prstGeom prst="rect">
            <a:avLst/>
          </a:prstGeom>
        </p:spPr>
      </p:pic>
    </p:spTree>
    <p:extLst>
      <p:ext uri="{BB962C8B-B14F-4D97-AF65-F5344CB8AC3E}">
        <p14:creationId xmlns:p14="http://schemas.microsoft.com/office/powerpoint/2010/main" val="272638236"/>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slide - Pale-Deloitte Green gradient with tagline logo lockup">
    <p:bg bwMode="gray">
      <p:bgPr>
        <a:gradFill>
          <a:gsLst>
            <a:gs pos="99000">
              <a:schemeClr val="accent1"/>
            </a:gs>
            <a:gs pos="28000">
              <a:schemeClr val="accent6"/>
            </a:gs>
          </a:gsLst>
          <a:lin ang="0" scaled="0"/>
        </a:gra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3"/>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tx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2" name="Picture Placeholder 8">
            <a:extLst>
              <a:ext uri="{FF2B5EF4-FFF2-40B4-BE49-F238E27FC236}">
                <a16:creationId xmlns:a16="http://schemas.microsoft.com/office/drawing/2014/main" id="{B81976BE-EAA8-F89C-D5B3-ECA4949B5BC4}"/>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endParaRPr lang="en-US" noProof="0" dirty="0"/>
          </a:p>
        </p:txBody>
      </p:sp>
      <p:pic>
        <p:nvPicPr>
          <p:cNvPr id="3" name="Picture 3">
            <a:extLst>
              <a:ext uri="{FF2B5EF4-FFF2-40B4-BE49-F238E27FC236}">
                <a16:creationId xmlns:a16="http://schemas.microsoft.com/office/drawing/2014/main" id="{25E4CF2D-5153-8731-E935-35A75505133D}"/>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12692" y="-5031"/>
            <a:ext cx="2779773" cy="1307351"/>
          </a:xfrm>
          <a:prstGeom prst="rect">
            <a:avLst/>
          </a:prstGeom>
        </p:spPr>
      </p:pic>
    </p:spTree>
    <p:extLst>
      <p:ext uri="{BB962C8B-B14F-4D97-AF65-F5344CB8AC3E}">
        <p14:creationId xmlns:p14="http://schemas.microsoft.com/office/powerpoint/2010/main" val="1874202484"/>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itle slide - Pale-Deloitte Green gradient">
    <p:bg bwMode="gray">
      <p:bgPr>
        <a:gradFill>
          <a:gsLst>
            <a:gs pos="99000">
              <a:schemeClr val="accent1"/>
            </a:gs>
            <a:gs pos="28000">
              <a:schemeClr val="accent6"/>
            </a:gs>
          </a:gsLst>
          <a:lin ang="0" scaled="0"/>
        </a:gra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3"/>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tx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2" name="Picture Placeholder 8">
            <a:extLst>
              <a:ext uri="{FF2B5EF4-FFF2-40B4-BE49-F238E27FC236}">
                <a16:creationId xmlns:a16="http://schemas.microsoft.com/office/drawing/2014/main" id="{B81976BE-EAA8-F89C-D5B3-ECA4949B5BC4}"/>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endParaRPr lang="en-US" noProof="0" dirty="0"/>
          </a:p>
        </p:txBody>
      </p:sp>
      <p:pic>
        <p:nvPicPr>
          <p:cNvPr id="5" name="Picture 4">
            <a:extLst>
              <a:ext uri="{FF2B5EF4-FFF2-40B4-BE49-F238E27FC236}">
                <a16:creationId xmlns:a16="http://schemas.microsoft.com/office/drawing/2014/main" id="{4A99EDB7-3AF4-61F2-2C8B-4480E13D1A0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7924" y="-4221"/>
            <a:ext cx="2551173" cy="1036908"/>
          </a:xfrm>
          <a:prstGeom prst="rect">
            <a:avLst/>
          </a:prstGeom>
        </p:spPr>
      </p:pic>
    </p:spTree>
    <p:extLst>
      <p:ext uri="{BB962C8B-B14F-4D97-AF65-F5344CB8AC3E}">
        <p14:creationId xmlns:p14="http://schemas.microsoft.com/office/powerpoint/2010/main" val="4038310312"/>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Title slide - Black with tagline logo lockup">
    <p:bg bwMode="gray">
      <p:bgPr>
        <a:solidFill>
          <a:schemeClr val="tx1"/>
        </a:soli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1"/>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bg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2" name="Picture Placeholder 8">
            <a:extLst>
              <a:ext uri="{FF2B5EF4-FFF2-40B4-BE49-F238E27FC236}">
                <a16:creationId xmlns:a16="http://schemas.microsoft.com/office/drawing/2014/main" id="{BD417F91-0FD9-83FB-569A-B960E93D5A0F}"/>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endParaRPr lang="en-US" noProof="0" dirty="0"/>
          </a:p>
        </p:txBody>
      </p:sp>
      <p:pic>
        <p:nvPicPr>
          <p:cNvPr id="4" name="Picture 3">
            <a:extLst>
              <a:ext uri="{FF2B5EF4-FFF2-40B4-BE49-F238E27FC236}">
                <a16:creationId xmlns:a16="http://schemas.microsoft.com/office/drawing/2014/main" id="{09D97FD6-A665-B2C8-96D2-2FEF2679AAB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3617" y="-5031"/>
            <a:ext cx="2777922" cy="1307351"/>
          </a:xfrm>
          <a:prstGeom prst="rect">
            <a:avLst/>
          </a:prstGeom>
        </p:spPr>
      </p:pic>
    </p:spTree>
    <p:extLst>
      <p:ext uri="{BB962C8B-B14F-4D97-AF65-F5344CB8AC3E}">
        <p14:creationId xmlns:p14="http://schemas.microsoft.com/office/powerpoint/2010/main" val="3951042251"/>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itle slide - Black">
    <p:bg bwMode="gray">
      <p:bgPr>
        <a:solidFill>
          <a:schemeClr val="tx1"/>
        </a:soli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1"/>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bg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2" name="Picture Placeholder 8">
            <a:extLst>
              <a:ext uri="{FF2B5EF4-FFF2-40B4-BE49-F238E27FC236}">
                <a16:creationId xmlns:a16="http://schemas.microsoft.com/office/drawing/2014/main" id="{FB2FFE14-03CA-6135-58A2-5C311D365127}"/>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endParaRPr lang="en-US" noProof="0" dirty="0"/>
          </a:p>
        </p:txBody>
      </p:sp>
      <p:pic>
        <p:nvPicPr>
          <p:cNvPr id="4" name="Picture 3">
            <a:extLst>
              <a:ext uri="{FF2B5EF4-FFF2-40B4-BE49-F238E27FC236}">
                <a16:creationId xmlns:a16="http://schemas.microsoft.com/office/drawing/2014/main" id="{F4810F31-D882-A06D-7681-1B913A76ECE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7924" y="-4221"/>
            <a:ext cx="2551173" cy="1036907"/>
          </a:xfrm>
          <a:prstGeom prst="rect">
            <a:avLst/>
          </a:prstGeom>
        </p:spPr>
      </p:pic>
    </p:spTree>
    <p:extLst>
      <p:ext uri="{BB962C8B-B14F-4D97-AF65-F5344CB8AC3E}">
        <p14:creationId xmlns:p14="http://schemas.microsoft.com/office/powerpoint/2010/main" val="1939478856"/>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Title slide - Dark Green with tagline logo lockup">
    <p:bg bwMode="gray">
      <p:bgPr>
        <a:solidFill>
          <a:schemeClr val="accent4"/>
        </a:soli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6"/>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accent6"/>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2" name="Picture Placeholder 8">
            <a:extLst>
              <a:ext uri="{FF2B5EF4-FFF2-40B4-BE49-F238E27FC236}">
                <a16:creationId xmlns:a16="http://schemas.microsoft.com/office/drawing/2014/main" id="{3F8A2FFF-A4B2-D935-C7DC-1DB5EDE4A71C}"/>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endParaRPr lang="en-US" noProof="0" dirty="0"/>
          </a:p>
        </p:txBody>
      </p:sp>
      <p:pic>
        <p:nvPicPr>
          <p:cNvPr id="4" name="Picture 3">
            <a:extLst>
              <a:ext uri="{FF2B5EF4-FFF2-40B4-BE49-F238E27FC236}">
                <a16:creationId xmlns:a16="http://schemas.microsoft.com/office/drawing/2014/main" id="{9B590BD8-2D84-8179-A640-57E37904E6A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3617" y="-5031"/>
            <a:ext cx="2777922" cy="1307351"/>
          </a:xfrm>
          <a:prstGeom prst="rect">
            <a:avLst/>
          </a:prstGeom>
        </p:spPr>
      </p:pic>
    </p:spTree>
    <p:extLst>
      <p:ext uri="{BB962C8B-B14F-4D97-AF65-F5344CB8AC3E}">
        <p14:creationId xmlns:p14="http://schemas.microsoft.com/office/powerpoint/2010/main" val="2105543470"/>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Title slide - Dark Green">
    <p:bg bwMode="gray">
      <p:bgPr>
        <a:solidFill>
          <a:schemeClr val="accent4"/>
        </a:soli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6"/>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accent6"/>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2" name="Picture Placeholder 8">
            <a:extLst>
              <a:ext uri="{FF2B5EF4-FFF2-40B4-BE49-F238E27FC236}">
                <a16:creationId xmlns:a16="http://schemas.microsoft.com/office/drawing/2014/main" id="{5BCB8175-C467-0B04-B004-47252C8E68C3}"/>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endParaRPr lang="en-US" noProof="0" dirty="0"/>
          </a:p>
        </p:txBody>
      </p:sp>
      <p:pic>
        <p:nvPicPr>
          <p:cNvPr id="5" name="Picture 4">
            <a:extLst>
              <a:ext uri="{FF2B5EF4-FFF2-40B4-BE49-F238E27FC236}">
                <a16:creationId xmlns:a16="http://schemas.microsoft.com/office/drawing/2014/main" id="{050BF294-5C31-F69F-426C-BF45033D4DF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7924" y="-4221"/>
            <a:ext cx="2551173" cy="1036907"/>
          </a:xfrm>
          <a:prstGeom prst="rect">
            <a:avLst/>
          </a:prstGeom>
        </p:spPr>
      </p:pic>
    </p:spTree>
    <p:extLst>
      <p:ext uri="{BB962C8B-B14F-4D97-AF65-F5344CB8AC3E}">
        <p14:creationId xmlns:p14="http://schemas.microsoft.com/office/powerpoint/2010/main" val="3268800638"/>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slide - Dark-Bright gradient with tagline logo lockup">
    <p:bg bwMode="gray">
      <p:bgPr>
        <a:gradFill flip="none" rotWithShape="1">
          <a:gsLst>
            <a:gs pos="25000">
              <a:schemeClr val="accent2">
                <a:lumMod val="67000"/>
              </a:schemeClr>
            </a:gs>
            <a:gs pos="100000">
              <a:schemeClr val="accent2">
                <a:lumMod val="60000"/>
                <a:lumOff val="40000"/>
              </a:schemeClr>
            </a:gs>
          </a:gsLst>
          <a:lin ang="0" scaled="0"/>
          <a:tileRect/>
        </a:gra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6"/>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accent6"/>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44" name="Picture Placeholder 8">
            <a:extLst>
              <a:ext uri="{FF2B5EF4-FFF2-40B4-BE49-F238E27FC236}">
                <a16:creationId xmlns:a16="http://schemas.microsoft.com/office/drawing/2014/main" id="{932C736B-20BB-4603-9DD1-FEB85AD9DC39}"/>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endParaRPr lang="en-US" noProof="0" dirty="0"/>
          </a:p>
        </p:txBody>
      </p:sp>
      <p:pic>
        <p:nvPicPr>
          <p:cNvPr id="2" name="Picture 1">
            <a:extLst>
              <a:ext uri="{FF2B5EF4-FFF2-40B4-BE49-F238E27FC236}">
                <a16:creationId xmlns:a16="http://schemas.microsoft.com/office/drawing/2014/main" id="{9913732D-80FD-BC4D-437C-614EF3BEBF7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3617" y="-5031"/>
            <a:ext cx="2777922" cy="1307351"/>
          </a:xfrm>
          <a:prstGeom prst="rect">
            <a:avLst/>
          </a:prstGeom>
        </p:spPr>
      </p:pic>
    </p:spTree>
    <p:extLst>
      <p:ext uri="{BB962C8B-B14F-4D97-AF65-F5344CB8AC3E}">
        <p14:creationId xmlns:p14="http://schemas.microsoft.com/office/powerpoint/2010/main" val="3948775618"/>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Title slide - Dark-Bright gradient">
    <p:bg bwMode="gray">
      <p:bgPr>
        <a:gradFill flip="none" rotWithShape="1">
          <a:gsLst>
            <a:gs pos="25000">
              <a:schemeClr val="accent2">
                <a:lumMod val="67000"/>
              </a:schemeClr>
            </a:gs>
            <a:gs pos="100000">
              <a:schemeClr val="accent2">
                <a:lumMod val="60000"/>
                <a:lumOff val="40000"/>
              </a:schemeClr>
            </a:gs>
          </a:gsLst>
          <a:lin ang="0" scaled="0"/>
          <a:tileRect/>
        </a:gra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6"/>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accent6"/>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44" name="Picture Placeholder 8">
            <a:extLst>
              <a:ext uri="{FF2B5EF4-FFF2-40B4-BE49-F238E27FC236}">
                <a16:creationId xmlns:a16="http://schemas.microsoft.com/office/drawing/2014/main" id="{932C736B-20BB-4603-9DD1-FEB85AD9DC39}"/>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endParaRPr lang="en-US" noProof="0" dirty="0"/>
          </a:p>
        </p:txBody>
      </p:sp>
      <p:pic>
        <p:nvPicPr>
          <p:cNvPr id="3" name="Picture 2">
            <a:extLst>
              <a:ext uri="{FF2B5EF4-FFF2-40B4-BE49-F238E27FC236}">
                <a16:creationId xmlns:a16="http://schemas.microsoft.com/office/drawing/2014/main" id="{31CF98FE-74F2-7A89-9D1B-2E3424F331A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7924" y="-4221"/>
            <a:ext cx="2551173" cy="1036907"/>
          </a:xfrm>
          <a:prstGeom prst="rect">
            <a:avLst/>
          </a:prstGeom>
        </p:spPr>
      </p:pic>
    </p:spTree>
    <p:extLst>
      <p:ext uri="{BB962C8B-B14F-4D97-AF65-F5344CB8AC3E}">
        <p14:creationId xmlns:p14="http://schemas.microsoft.com/office/powerpoint/2010/main" val="2775513323"/>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Title slide - Full bleed image">
    <p:bg bwMode="gray">
      <p:bgPr>
        <a:solidFill>
          <a:schemeClr val="tx1"/>
        </a:solidFill>
        <a:effectLst/>
      </p:bgPr>
    </p:bg>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A239FF85-CD49-BB35-3695-75C424AD973D}"/>
              </a:ext>
            </a:extLst>
          </p:cNvPr>
          <p:cNvSpPr>
            <a:spLocks noGrp="1"/>
          </p:cNvSpPr>
          <p:nvPr>
            <p:ph type="pic" sz="quarter" idx="11"/>
          </p:nvPr>
        </p:nvSpPr>
        <p:spPr>
          <a:xfrm>
            <a:off x="0" y="0"/>
            <a:ext cx="12192000" cy="6858000"/>
          </a:xfrm>
          <a:prstGeom prst="rect">
            <a:avLst/>
          </a:prstGeom>
        </p:spPr>
        <p:txBody>
          <a:bodyPr/>
          <a:lstStyle>
            <a:lvl1pPr>
              <a:defRPr>
                <a:solidFill>
                  <a:schemeClr val="bg1"/>
                </a:solidFill>
              </a:defRPr>
            </a:lvl1pPr>
          </a:lstStyle>
          <a:p>
            <a:r>
              <a:rPr lang="en-US" noProof="0"/>
              <a:t>Click icon to add picture</a:t>
            </a:r>
            <a:endParaRPr lang="en-US" noProof="0" dirty="0"/>
          </a:p>
        </p:txBody>
      </p:sp>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1"/>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bg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Tree>
    <p:extLst>
      <p:ext uri="{BB962C8B-B14F-4D97-AF65-F5344CB8AC3E}">
        <p14:creationId xmlns:p14="http://schemas.microsoft.com/office/powerpoint/2010/main" val="2125570879"/>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Divider - Glow">
    <p:bg bwMode="gray">
      <p:bgPr>
        <a:solidFill>
          <a:schemeClr val="tx1"/>
        </a:solidFill>
        <a:effectLst/>
      </p:bgPr>
    </p:bg>
    <p:spTree>
      <p:nvGrpSpPr>
        <p:cNvPr id="1" name=""/>
        <p:cNvGrpSpPr/>
        <p:nvPr/>
      </p:nvGrpSpPr>
      <p:grpSpPr>
        <a:xfrm>
          <a:off x="0" y="0"/>
          <a:ext cx="0" cy="0"/>
          <a:chOff x="0" y="0"/>
          <a:chExt cx="0" cy="0"/>
        </a:xfrm>
      </p:grpSpPr>
      <p:pic>
        <p:nvPicPr>
          <p:cNvPr id="2" name="Picture 1" descr="A green circle on a green background&#10;&#10;AI-generated content may be incorrect.">
            <a:extLst>
              <a:ext uri="{FF2B5EF4-FFF2-40B4-BE49-F238E27FC236}">
                <a16:creationId xmlns:a16="http://schemas.microsoft.com/office/drawing/2014/main" id="{0612E835-F4A9-E28C-C385-D7BF39346F52}"/>
              </a:ext>
            </a:extLst>
          </p:cNvPr>
          <p:cNvPicPr>
            <a:picLocks noChangeAspect="1"/>
          </p:cNvPicPr>
          <p:nvPr userDrawn="1"/>
        </p:nvPicPr>
        <p:blipFill>
          <a:blip r:embed="rId3"/>
          <a:stretch>
            <a:fillRect/>
          </a:stretch>
        </p:blipFill>
        <p:spPr>
          <a:xfrm>
            <a:off x="762" y="428"/>
            <a:ext cx="12190476" cy="6857143"/>
          </a:xfrm>
          <a:prstGeom prst="rect">
            <a:avLst/>
          </a:prstGeom>
        </p:spPr>
      </p:pic>
      <p:pic>
        <p:nvPicPr>
          <p:cNvPr id="4" name="Picture 3" descr="A green circle on a green background&#10;&#10;AI-generated content may be incorrect.">
            <a:extLst>
              <a:ext uri="{FF2B5EF4-FFF2-40B4-BE49-F238E27FC236}">
                <a16:creationId xmlns:a16="http://schemas.microsoft.com/office/drawing/2014/main" id="{45E3228C-6488-D962-AD57-9F2A5C5896EE}"/>
              </a:ext>
            </a:extLst>
          </p:cNvPr>
          <p:cNvPicPr>
            <a:picLocks noChangeAspect="1"/>
          </p:cNvPicPr>
          <p:nvPr/>
        </p:nvPicPr>
        <p:blipFill>
          <a:blip r:embed="rId3"/>
          <a:stretch>
            <a:fillRect/>
          </a:stretch>
        </p:blipFill>
        <p:spPr>
          <a:xfrm>
            <a:off x="762" y="428"/>
            <a:ext cx="12190476" cy="6857143"/>
          </a:xfrm>
          <a:prstGeom prst="rect">
            <a:avLst/>
          </a:prstGeom>
        </p:spPr>
      </p:pic>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5" progId="TCLayout.ActiveDocument.1">
                  <p:embed/>
                </p:oleObj>
              </mc:Choice>
              <mc:Fallback>
                <p:oleObj name="think-cell Slide" r:id="rId4"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CaseCode">
            <a:extLst>
              <a:ext uri="{FF2B5EF4-FFF2-40B4-BE49-F238E27FC236}">
                <a16:creationId xmlns:a16="http://schemas.microsoft.com/office/drawing/2014/main" id="{731E6BB5-C9D1-E35B-D6D9-245F1063E86F}"/>
              </a:ext>
            </a:extLst>
          </p:cNvPr>
          <p:cNvSpPr txBox="1"/>
          <p:nvPr/>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chemeClr val="bg1"/>
                </a:solidFill>
                <a:latin typeface="Aptos" panose="020B0004020202020204" pitchFamily="34" charset="0"/>
                <a:cs typeface="Calibri" panose="020F0502020204030204" pitchFamily="34" charset="0"/>
              </a:rPr>
              <a:t>Presentation title</a:t>
            </a:r>
            <a:br>
              <a:rPr lang="en-US" sz="800" noProof="0" dirty="0">
                <a:solidFill>
                  <a:schemeClr val="bg1"/>
                </a:solidFill>
                <a:latin typeface="Aptos" panose="020B0004020202020204" pitchFamily="34" charset="0"/>
                <a:cs typeface="Calibri" panose="020F0502020204030204" pitchFamily="34" charset="0"/>
              </a:rPr>
            </a:br>
            <a:r>
              <a:rPr lang="en-US" sz="800" noProof="0" dirty="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6" name="Copyright">
            <a:extLst>
              <a:ext uri="{FF2B5EF4-FFF2-40B4-BE49-F238E27FC236}">
                <a16:creationId xmlns:a16="http://schemas.microsoft.com/office/drawing/2014/main" id="{8B5B05F3-7BE5-74BC-C267-D563E5B2A301}"/>
              </a:ext>
            </a:extLst>
          </p:cNvPr>
          <p:cNvSpPr txBox="1"/>
          <p:nvPr/>
        </p:nvSpPr>
        <p:spPr>
          <a:xfrm>
            <a:off x="457200" y="6519672"/>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bg1"/>
                </a:solidFill>
                <a:latin typeface="Aptos" panose="020B0004020202020204" pitchFamily="34" charset="0"/>
                <a:cs typeface="Calibri" panose="020F0502020204030204" pitchFamily="34" charset="0"/>
              </a:rPr>
              <a:t>Member firms and DTTL: Insert appropriate copyright</a:t>
            </a:r>
            <a:br>
              <a:rPr lang="en-US" sz="800" noProof="0" dirty="0">
                <a:solidFill>
                  <a:schemeClr val="bg1"/>
                </a:solidFill>
                <a:latin typeface="Aptos" panose="020B0004020202020204" pitchFamily="34" charset="0"/>
                <a:cs typeface="Calibri" panose="020F0502020204030204" pitchFamily="34" charset="0"/>
              </a:rPr>
            </a:br>
            <a:r>
              <a:rPr lang="en-US" sz="800" noProof="0" dirty="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7" name="TextBox 6">
            <a:extLst>
              <a:ext uri="{FF2B5EF4-FFF2-40B4-BE49-F238E27FC236}">
                <a16:creationId xmlns:a16="http://schemas.microsoft.com/office/drawing/2014/main" id="{0182C802-4131-8DA8-7683-E68E2E309BA0}"/>
              </a:ext>
            </a:extLst>
          </p:cNvPr>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dirty="0">
              <a:solidFill>
                <a:schemeClr val="bg1"/>
              </a:solidFill>
              <a:latin typeface="Aptos" panose="020B0004020202020204" pitchFamily="34" charset="0"/>
              <a:cs typeface="Calibri" panose="020F0502020204030204" pitchFamily="34" charset="0"/>
            </a:endParaRPr>
          </a:p>
        </p:txBody>
      </p:sp>
      <p:sp>
        <p:nvSpPr>
          <p:cNvPr id="9" name="Text Placeholder 2">
            <a:extLst>
              <a:ext uri="{FF2B5EF4-FFF2-40B4-BE49-F238E27FC236}">
                <a16:creationId xmlns:a16="http://schemas.microsoft.com/office/drawing/2014/main" id="{32671CB7-EA0F-58E4-4174-1D1922A3AB24}"/>
              </a:ext>
            </a:extLst>
          </p:cNvPr>
          <p:cNvSpPr>
            <a:spLocks noGrp="1"/>
          </p:cNvSpPr>
          <p:nvPr>
            <p:ph type="body" idx="1" hasCustomPrompt="1"/>
          </p:nvPr>
        </p:nvSpPr>
        <p:spPr bwMode="gray">
          <a:xfrm>
            <a:off x="0" y="3098800"/>
            <a:ext cx="12192000" cy="660400"/>
          </a:xfrm>
        </p:spPr>
        <p:txBody>
          <a:bodyPr lIns="0" tIns="0" rIns="0" bIns="0" anchor="ctr">
            <a:noAutofit/>
          </a:bodyPr>
          <a:lstStyle>
            <a:lvl1pPr marL="0" indent="0" algn="ctr">
              <a:lnSpc>
                <a:spcPct val="95000"/>
              </a:lnSpc>
              <a:spcAft>
                <a:spcPts val="0"/>
              </a:spcAft>
              <a:buNone/>
              <a:defRPr sz="3600" b="1">
                <a:solidFill>
                  <a:schemeClr val="bg1"/>
                </a:solidFill>
                <a:latin typeface="Aptos" panose="020B0004020202020204"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dirty="0"/>
              <a:t>Click to add text</a:t>
            </a:r>
          </a:p>
        </p:txBody>
      </p:sp>
      <p:sp>
        <p:nvSpPr>
          <p:cNvPr id="3" name="CaseCode">
            <a:extLst>
              <a:ext uri="{FF2B5EF4-FFF2-40B4-BE49-F238E27FC236}">
                <a16:creationId xmlns:a16="http://schemas.microsoft.com/office/drawing/2014/main" id="{0A4EC9DF-8A5A-81C7-A2F0-1416E458E773}"/>
              </a:ext>
            </a:extLst>
          </p:cNvPr>
          <p:cNvSpPr txBox="1"/>
          <p:nvPr userDrawn="1"/>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chemeClr val="bg1"/>
                </a:solidFill>
                <a:latin typeface="Aptos" panose="020B0004020202020204" pitchFamily="34" charset="0"/>
                <a:cs typeface="Calibri" panose="020F0502020204030204" pitchFamily="34" charset="0"/>
              </a:rPr>
              <a:t>Presentation title</a:t>
            </a:r>
            <a:br>
              <a:rPr lang="en-US" sz="800" noProof="0" dirty="0">
                <a:solidFill>
                  <a:schemeClr val="bg1"/>
                </a:solidFill>
                <a:latin typeface="Aptos" panose="020B0004020202020204" pitchFamily="34" charset="0"/>
                <a:cs typeface="Calibri" panose="020F0502020204030204" pitchFamily="34" charset="0"/>
              </a:rPr>
            </a:br>
            <a:r>
              <a:rPr lang="en-US" sz="800" noProof="0" dirty="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10" name="Copyright">
            <a:extLst>
              <a:ext uri="{FF2B5EF4-FFF2-40B4-BE49-F238E27FC236}">
                <a16:creationId xmlns:a16="http://schemas.microsoft.com/office/drawing/2014/main" id="{76A3C83B-1E93-24DD-B4CF-4F673E59352B}"/>
              </a:ext>
            </a:extLst>
          </p:cNvPr>
          <p:cNvSpPr txBox="1"/>
          <p:nvPr userDrawn="1"/>
        </p:nvSpPr>
        <p:spPr>
          <a:xfrm>
            <a:off x="457200" y="6519672"/>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bg1"/>
                </a:solidFill>
                <a:latin typeface="Aptos" panose="020B0004020202020204" pitchFamily="34" charset="0"/>
                <a:cs typeface="Calibri" panose="020F0502020204030204" pitchFamily="34" charset="0"/>
              </a:rPr>
              <a:t>Member firms and DTTL: Insert appropriate copyright</a:t>
            </a:r>
            <a:br>
              <a:rPr lang="en-US" sz="800" noProof="0" dirty="0">
                <a:solidFill>
                  <a:schemeClr val="bg1"/>
                </a:solidFill>
                <a:latin typeface="Aptos" panose="020B0004020202020204" pitchFamily="34" charset="0"/>
                <a:cs typeface="Calibri" panose="020F0502020204030204" pitchFamily="34" charset="0"/>
              </a:rPr>
            </a:br>
            <a:r>
              <a:rPr lang="en-US" sz="800" noProof="0" dirty="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11" name="TextBox 10">
            <a:extLst>
              <a:ext uri="{FF2B5EF4-FFF2-40B4-BE49-F238E27FC236}">
                <a16:creationId xmlns:a16="http://schemas.microsoft.com/office/drawing/2014/main" id="{8A4CDE2B-37F4-6423-B520-C4665B2B512F}"/>
              </a:ext>
            </a:extLst>
          </p:cNvPr>
          <p:cNvSpPr txBox="1"/>
          <p:nvPr userDrawn="1"/>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dirty="0">
              <a:solidFill>
                <a:schemeClr val="bg1"/>
              </a:solidFill>
              <a:latin typeface="Aptos" panose="020B0004020202020204" pitchFamily="34" charset="0"/>
              <a:cs typeface="Calibri" panose="020F0502020204030204" pitchFamily="34" charset="0"/>
            </a:endParaRPr>
          </a:p>
        </p:txBody>
      </p:sp>
    </p:spTree>
    <p:extLst>
      <p:ext uri="{BB962C8B-B14F-4D97-AF65-F5344CB8AC3E}">
        <p14:creationId xmlns:p14="http://schemas.microsoft.com/office/powerpoint/2010/main" val="576142479"/>
      </p:ext>
    </p:extLst>
  </p:cSld>
  <p:clrMapOvr>
    <a:masterClrMapping/>
  </p:clrMapOvr>
  <p:transition>
    <p:fade/>
  </p:transition>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Divider - United">
    <p:bg bwMode="gray">
      <p:bgPr>
        <a:solidFill>
          <a:schemeClr val="tx1"/>
        </a:solidFill>
        <a:effectLst/>
      </p:bgPr>
    </p:bg>
    <p:spTree>
      <p:nvGrpSpPr>
        <p:cNvPr id="1" name=""/>
        <p:cNvGrpSpPr/>
        <p:nvPr/>
      </p:nvGrpSpPr>
      <p:grpSpPr>
        <a:xfrm>
          <a:off x="0" y="0"/>
          <a:ext cx="0" cy="0"/>
          <a:chOff x="0" y="0"/>
          <a:chExt cx="0" cy="0"/>
        </a:xfrm>
      </p:grpSpPr>
      <p:pic>
        <p:nvPicPr>
          <p:cNvPr id="2" name="Picture 1" descr="A circle of small green and blue dots&#10;&#10;Description automatically generated">
            <a:extLst>
              <a:ext uri="{FF2B5EF4-FFF2-40B4-BE49-F238E27FC236}">
                <a16:creationId xmlns:a16="http://schemas.microsoft.com/office/drawing/2014/main" id="{56245C15-57A3-6DF3-1754-20E77EB5CAD9}"/>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l="11095" t="20842" r="-653" b="10449"/>
          <a:stretch>
            <a:fillRect/>
          </a:stretch>
        </p:blipFill>
        <p:spPr>
          <a:xfrm>
            <a:off x="0" y="0"/>
            <a:ext cx="12192000" cy="6858000"/>
          </a:xfrm>
          <a:prstGeom prst="rect">
            <a:avLst/>
          </a:prstGeom>
        </p:spPr>
      </p:pic>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5" progId="TCLayout.ActiveDocument.1">
                  <p:embed/>
                </p:oleObj>
              </mc:Choice>
              <mc:Fallback>
                <p:oleObj name="think-cell Slide" r:id="rId4"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2" name="Text Placeholder 2">
            <a:extLst>
              <a:ext uri="{FF2B5EF4-FFF2-40B4-BE49-F238E27FC236}">
                <a16:creationId xmlns:a16="http://schemas.microsoft.com/office/drawing/2014/main" id="{9D2CC364-3A56-4B32-F356-4C27AC2B9CA1}"/>
              </a:ext>
            </a:extLst>
          </p:cNvPr>
          <p:cNvSpPr>
            <a:spLocks noGrp="1"/>
          </p:cNvSpPr>
          <p:nvPr>
            <p:ph type="body" idx="1" hasCustomPrompt="1"/>
          </p:nvPr>
        </p:nvSpPr>
        <p:spPr bwMode="gray">
          <a:xfrm>
            <a:off x="0" y="3098800"/>
            <a:ext cx="12192000" cy="660400"/>
          </a:xfrm>
        </p:spPr>
        <p:txBody>
          <a:bodyPr lIns="0" tIns="0" rIns="0" bIns="0" anchor="ctr">
            <a:noAutofit/>
          </a:bodyPr>
          <a:lstStyle>
            <a:lvl1pPr marL="0" indent="0" algn="ctr">
              <a:lnSpc>
                <a:spcPct val="95000"/>
              </a:lnSpc>
              <a:spcAft>
                <a:spcPts val="0"/>
              </a:spcAft>
              <a:buNone/>
              <a:defRPr sz="3600" b="1">
                <a:solidFill>
                  <a:schemeClr val="bg1"/>
                </a:solidFill>
                <a:latin typeface="Aptos" panose="020B0004020202020204"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dirty="0"/>
              <a:t>Click to add text</a:t>
            </a:r>
          </a:p>
        </p:txBody>
      </p:sp>
      <p:pic>
        <p:nvPicPr>
          <p:cNvPr id="3" name="Picture 2" descr="A circle of small green and blue dots&#10;&#10;Description automatically generated">
            <a:extLst>
              <a:ext uri="{FF2B5EF4-FFF2-40B4-BE49-F238E27FC236}">
                <a16:creationId xmlns:a16="http://schemas.microsoft.com/office/drawing/2014/main" id="{BE3412DA-AF8A-F83F-A01C-B4141E94FDB2}"/>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l="11095" t="20842" r="-653" b="10449"/>
          <a:stretch>
            <a:fillRect/>
          </a:stretch>
        </p:blipFill>
        <p:spPr>
          <a:xfrm>
            <a:off x="0" y="0"/>
            <a:ext cx="12192000" cy="6858000"/>
          </a:xfrm>
          <a:prstGeom prst="rect">
            <a:avLst/>
          </a:prstGeom>
        </p:spPr>
      </p:pic>
    </p:spTree>
    <p:extLst>
      <p:ext uri="{BB962C8B-B14F-4D97-AF65-F5344CB8AC3E}">
        <p14:creationId xmlns:p14="http://schemas.microsoft.com/office/powerpoint/2010/main" val="1243493905"/>
      </p:ext>
    </p:extLst>
  </p:cSld>
  <p:clrMapOvr>
    <a:masterClrMapping/>
  </p:clrMapOvr>
  <p:transition>
    <p:fade/>
  </p:transition>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Divider - Pale Green">
    <p:bg bwMode="gray">
      <p:bgPr>
        <a:solidFill>
          <a:schemeClr val="accent6"/>
        </a:solidFill>
        <a:effectLst/>
      </p:bgPr>
    </p:bg>
    <p:spTree>
      <p:nvGrpSpPr>
        <p:cNvPr id="1" name=""/>
        <p:cNvGrpSpPr/>
        <p:nvPr/>
      </p:nvGrpSpPr>
      <p:grpSpPr>
        <a:xfrm>
          <a:off x="0" y="0"/>
          <a:ext cx="0" cy="0"/>
          <a:chOff x="0" y="0"/>
          <a:chExt cx="0" cy="0"/>
        </a:xfrm>
      </p:grpSpPr>
      <p:sp>
        <p:nvSpPr>
          <p:cNvPr id="5" name="CaseCode">
            <a:extLst>
              <a:ext uri="{FF2B5EF4-FFF2-40B4-BE49-F238E27FC236}">
                <a16:creationId xmlns:a16="http://schemas.microsoft.com/office/drawing/2014/main" id="{67FC27F4-B029-8F10-CF8E-13A946A025B5}"/>
              </a:ext>
            </a:extLst>
          </p:cNvPr>
          <p:cNvSpPr txBox="1"/>
          <p:nvPr/>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chemeClr val="accent4"/>
                </a:solidFill>
                <a:latin typeface="Aptos" panose="020B0004020202020204" pitchFamily="34" charset="0"/>
                <a:cs typeface="Calibri" panose="020F0502020204030204" pitchFamily="34" charset="0"/>
              </a:rPr>
              <a:t>Presentation title</a:t>
            </a:r>
            <a:br>
              <a:rPr lang="en-US" sz="800" noProof="0" dirty="0">
                <a:solidFill>
                  <a:schemeClr val="accent4"/>
                </a:solidFill>
                <a:latin typeface="Aptos" panose="020B0004020202020204" pitchFamily="34" charset="0"/>
                <a:cs typeface="Calibri" panose="020F0502020204030204" pitchFamily="34" charset="0"/>
              </a:rPr>
            </a:br>
            <a:r>
              <a:rPr lang="en-US" sz="800" noProof="0" dirty="0">
                <a:solidFill>
                  <a:schemeClr val="accent4"/>
                </a:solidFill>
                <a:latin typeface="Aptos" panose="020B0004020202020204" pitchFamily="34" charset="0"/>
                <a:cs typeface="Calibri" panose="020F0502020204030204" pitchFamily="34" charset="0"/>
              </a:rPr>
              <a:t>[To edit, click View &gt; Slide Master &gt; Slide Master]</a:t>
            </a:r>
          </a:p>
        </p:txBody>
      </p:sp>
      <p:sp>
        <p:nvSpPr>
          <p:cNvPr id="6" name="Copyright">
            <a:extLst>
              <a:ext uri="{FF2B5EF4-FFF2-40B4-BE49-F238E27FC236}">
                <a16:creationId xmlns:a16="http://schemas.microsoft.com/office/drawing/2014/main" id="{89AEA1EB-B05E-844E-88AE-0B79DF479CCD}"/>
              </a:ext>
            </a:extLst>
          </p:cNvPr>
          <p:cNvSpPr txBox="1"/>
          <p:nvPr/>
        </p:nvSpPr>
        <p:spPr>
          <a:xfrm>
            <a:off x="457200" y="6519672"/>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accent4"/>
                </a:solidFill>
                <a:latin typeface="Aptos" panose="020B0004020202020204" pitchFamily="34" charset="0"/>
                <a:cs typeface="Calibri" panose="020F0502020204030204" pitchFamily="34" charset="0"/>
              </a:rPr>
              <a:t>Member firms and DTTL: Insert appropriate copyright</a:t>
            </a:r>
            <a:br>
              <a:rPr lang="en-US" sz="800" noProof="0" dirty="0">
                <a:solidFill>
                  <a:schemeClr val="accent4"/>
                </a:solidFill>
                <a:latin typeface="Aptos" panose="020B0004020202020204" pitchFamily="34" charset="0"/>
                <a:cs typeface="Calibri" panose="020F0502020204030204" pitchFamily="34" charset="0"/>
              </a:rPr>
            </a:br>
            <a:r>
              <a:rPr lang="en-US" sz="800" noProof="0" dirty="0">
                <a:solidFill>
                  <a:schemeClr val="accent4"/>
                </a:solidFill>
                <a:latin typeface="Aptos" panose="020B0004020202020204" pitchFamily="34" charset="0"/>
                <a:cs typeface="Calibri" panose="020F0502020204030204" pitchFamily="34" charset="0"/>
              </a:rPr>
              <a:t>[To edit, click View &gt; Slide Master &gt; Slide Master]</a:t>
            </a:r>
          </a:p>
        </p:txBody>
      </p:sp>
      <p:sp>
        <p:nvSpPr>
          <p:cNvPr id="7" name="TextBox 6">
            <a:extLst>
              <a:ext uri="{FF2B5EF4-FFF2-40B4-BE49-F238E27FC236}">
                <a16:creationId xmlns:a16="http://schemas.microsoft.com/office/drawing/2014/main" id="{F797C4E0-E9D0-9FCD-AFF6-A164148A4809}"/>
              </a:ext>
            </a:extLst>
          </p:cNvPr>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accent4"/>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dirty="0">
              <a:solidFill>
                <a:schemeClr val="accent4"/>
              </a:solidFill>
              <a:latin typeface="Aptos" panose="020B0004020202020204" pitchFamily="34" charset="0"/>
              <a:cs typeface="Calibri" panose="020F0502020204030204" pitchFamily="34" charset="0"/>
            </a:endParaRPr>
          </a:p>
        </p:txBody>
      </p:sp>
      <p:sp>
        <p:nvSpPr>
          <p:cNvPr id="2" name="Title 1">
            <a:extLst>
              <a:ext uri="{FF2B5EF4-FFF2-40B4-BE49-F238E27FC236}">
                <a16:creationId xmlns:a16="http://schemas.microsoft.com/office/drawing/2014/main" id="{27237997-F2A9-D664-587D-4BF3816A0DAE}"/>
              </a:ext>
            </a:extLst>
          </p:cNvPr>
          <p:cNvSpPr>
            <a:spLocks noGrp="1"/>
          </p:cNvSpPr>
          <p:nvPr>
            <p:ph type="title" hasCustomPrompt="1"/>
          </p:nvPr>
        </p:nvSpPr>
        <p:spPr bwMode="gray">
          <a:xfrm>
            <a:off x="457200" y="1682496"/>
            <a:ext cx="11274552" cy="1592403"/>
          </a:xfrm>
          <a:prstGeom prst="rect">
            <a:avLst/>
          </a:prstGeom>
        </p:spPr>
        <p:txBody>
          <a:bodyPr vert="horz" anchor="t"/>
          <a:lstStyle>
            <a:lvl1pPr>
              <a:lnSpc>
                <a:spcPct val="95000"/>
              </a:lnSpc>
              <a:defRPr sz="3600" b="1">
                <a:solidFill>
                  <a:schemeClr val="accent4"/>
                </a:solidFill>
                <a:latin typeface="Aptos" panose="020B0004020202020204" pitchFamily="34" charset="0"/>
                <a:ea typeface="Open Sans" panose="020B0606030504020204" pitchFamily="34" charset="0"/>
                <a:cs typeface="Open Sans" panose="020B0606030504020204" pitchFamily="34" charset="0"/>
              </a:defRPr>
            </a:lvl1pPr>
          </a:lstStyle>
          <a:p>
            <a:pPr lvl="0"/>
            <a:r>
              <a:rPr lang="en-US" noProof="0" dirty="0"/>
              <a:t>Click to add text</a:t>
            </a:r>
          </a:p>
        </p:txBody>
      </p:sp>
    </p:spTree>
    <p:extLst>
      <p:ext uri="{BB962C8B-B14F-4D97-AF65-F5344CB8AC3E}">
        <p14:creationId xmlns:p14="http://schemas.microsoft.com/office/powerpoint/2010/main" val="209597775"/>
      </p:ext>
    </p:extLst>
  </p:cSld>
  <p:clrMapOvr>
    <a:masterClrMapping/>
  </p:clrMapOvr>
  <p:transition>
    <p:fade/>
  </p:transition>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Divider - Deloitte Green">
    <p:bg bwMode="gray">
      <p:bgPr>
        <a:solidFill>
          <a:schemeClr val="accent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CaseCode">
            <a:extLst>
              <a:ext uri="{FF2B5EF4-FFF2-40B4-BE49-F238E27FC236}">
                <a16:creationId xmlns:a16="http://schemas.microsoft.com/office/drawing/2014/main" id="{ADBA1BC3-DF0A-C7C2-54F8-FADB09EEDB7D}"/>
              </a:ext>
            </a:extLst>
          </p:cNvPr>
          <p:cNvSpPr txBox="1"/>
          <p:nvPr/>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chemeClr val="tx1"/>
                </a:solidFill>
                <a:latin typeface="Aptos" panose="020B0004020202020204" pitchFamily="34" charset="0"/>
                <a:cs typeface="Calibri" panose="020F0502020204030204" pitchFamily="34" charset="0"/>
              </a:rPr>
              <a:t>Presentation title</a:t>
            </a:r>
            <a:br>
              <a:rPr lang="en-US" sz="800" noProof="0" dirty="0">
                <a:solidFill>
                  <a:schemeClr val="tx1"/>
                </a:solidFill>
                <a:latin typeface="Aptos" panose="020B0004020202020204" pitchFamily="34" charset="0"/>
                <a:cs typeface="Calibri" panose="020F0502020204030204" pitchFamily="34" charset="0"/>
              </a:rPr>
            </a:br>
            <a:r>
              <a:rPr lang="en-US" sz="800" noProof="0" dirty="0">
                <a:solidFill>
                  <a:schemeClr val="tx1"/>
                </a:solidFill>
                <a:latin typeface="Aptos" panose="020B0004020202020204" pitchFamily="34" charset="0"/>
                <a:cs typeface="Calibri" panose="020F0502020204030204" pitchFamily="34" charset="0"/>
              </a:rPr>
              <a:t>[To edit, click View &gt; Slide Master &gt; Slide Master]</a:t>
            </a:r>
          </a:p>
        </p:txBody>
      </p:sp>
      <p:sp>
        <p:nvSpPr>
          <p:cNvPr id="9" name="Copyright">
            <a:extLst>
              <a:ext uri="{FF2B5EF4-FFF2-40B4-BE49-F238E27FC236}">
                <a16:creationId xmlns:a16="http://schemas.microsoft.com/office/drawing/2014/main" id="{80879667-8E19-0A8A-570B-A31B8E1A0A23}"/>
              </a:ext>
            </a:extLst>
          </p:cNvPr>
          <p:cNvSpPr txBox="1"/>
          <p:nvPr/>
        </p:nvSpPr>
        <p:spPr>
          <a:xfrm>
            <a:off x="457200" y="6519672"/>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tx1"/>
                </a:solidFill>
                <a:latin typeface="Aptos" panose="020B0004020202020204" pitchFamily="34" charset="0"/>
                <a:cs typeface="Calibri" panose="020F0502020204030204" pitchFamily="34" charset="0"/>
              </a:rPr>
              <a:t>Member firms and DTTL: Insert appropriate copyright</a:t>
            </a:r>
            <a:br>
              <a:rPr lang="en-US" sz="800" noProof="0" dirty="0">
                <a:solidFill>
                  <a:schemeClr val="tx1"/>
                </a:solidFill>
                <a:latin typeface="Aptos" panose="020B0004020202020204" pitchFamily="34" charset="0"/>
                <a:cs typeface="Calibri" panose="020F0502020204030204" pitchFamily="34" charset="0"/>
              </a:rPr>
            </a:br>
            <a:r>
              <a:rPr lang="en-US" sz="800" noProof="0" dirty="0">
                <a:solidFill>
                  <a:schemeClr val="tx1"/>
                </a:solidFill>
                <a:latin typeface="Aptos" panose="020B0004020202020204" pitchFamily="34" charset="0"/>
                <a:cs typeface="Calibri" panose="020F0502020204030204" pitchFamily="34" charset="0"/>
              </a:rPr>
              <a:t>[To edit, click View &gt; Slide Master &gt; Slide Master]</a:t>
            </a:r>
          </a:p>
        </p:txBody>
      </p:sp>
      <p:sp>
        <p:nvSpPr>
          <p:cNvPr id="10" name="TextBox 9">
            <a:extLst>
              <a:ext uri="{FF2B5EF4-FFF2-40B4-BE49-F238E27FC236}">
                <a16:creationId xmlns:a16="http://schemas.microsoft.com/office/drawing/2014/main" id="{73651E4B-6F26-F51C-0F00-AA71F4B0CCCE}"/>
              </a:ext>
            </a:extLst>
          </p:cNvPr>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tx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dirty="0">
              <a:solidFill>
                <a:schemeClr val="tx1"/>
              </a:solidFill>
              <a:latin typeface="Aptos" panose="020B0004020202020204" pitchFamily="34" charset="0"/>
              <a:cs typeface="Calibri" panose="020F0502020204030204" pitchFamily="34" charset="0"/>
            </a:endParaRPr>
          </a:p>
        </p:txBody>
      </p:sp>
      <p:sp>
        <p:nvSpPr>
          <p:cNvPr id="4" name="Title 1">
            <a:extLst>
              <a:ext uri="{FF2B5EF4-FFF2-40B4-BE49-F238E27FC236}">
                <a16:creationId xmlns:a16="http://schemas.microsoft.com/office/drawing/2014/main" id="{112CD58D-2BFB-3387-A814-C06828E88CAB}"/>
              </a:ext>
            </a:extLst>
          </p:cNvPr>
          <p:cNvSpPr>
            <a:spLocks noGrp="1"/>
          </p:cNvSpPr>
          <p:nvPr>
            <p:ph type="title" hasCustomPrompt="1"/>
          </p:nvPr>
        </p:nvSpPr>
        <p:spPr bwMode="gray">
          <a:xfrm>
            <a:off x="457200" y="1682496"/>
            <a:ext cx="11274552" cy="1592403"/>
          </a:xfrm>
          <a:prstGeom prst="rect">
            <a:avLst/>
          </a:prstGeom>
        </p:spPr>
        <p:txBody>
          <a:bodyPr vert="horz" anchor="t"/>
          <a:lstStyle>
            <a:lvl1pPr>
              <a:lnSpc>
                <a:spcPct val="95000"/>
              </a:lnSpc>
              <a:defRPr sz="3600" b="1">
                <a:solidFill>
                  <a:schemeClr val="tx1"/>
                </a:solidFill>
                <a:latin typeface="Aptos" panose="020B0004020202020204" pitchFamily="34" charset="0"/>
                <a:ea typeface="Open Sans" panose="020B0606030504020204" pitchFamily="34" charset="0"/>
                <a:cs typeface="Open Sans" panose="020B0606030504020204" pitchFamily="34" charset="0"/>
              </a:defRPr>
            </a:lvl1pPr>
          </a:lstStyle>
          <a:p>
            <a:pPr lvl="0"/>
            <a:r>
              <a:rPr lang="en-US" noProof="0" dirty="0"/>
              <a:t>Click to add text</a:t>
            </a:r>
          </a:p>
        </p:txBody>
      </p:sp>
    </p:spTree>
    <p:extLst>
      <p:ext uri="{BB962C8B-B14F-4D97-AF65-F5344CB8AC3E}">
        <p14:creationId xmlns:p14="http://schemas.microsoft.com/office/powerpoint/2010/main" val="843714164"/>
      </p:ext>
    </p:extLst>
  </p:cSld>
  <p:clrMapOvr>
    <a:masterClrMapping/>
  </p:clrMapOvr>
  <p:transition>
    <p:fade/>
  </p:transition>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Divider - Pale-Deloitte Green gradient">
    <p:bg bwMode="gray">
      <p:bgPr>
        <a:gradFill>
          <a:gsLst>
            <a:gs pos="99000">
              <a:schemeClr val="accent1"/>
            </a:gs>
            <a:gs pos="28000">
              <a:schemeClr val="accent6"/>
            </a:gs>
          </a:gsLst>
          <a:lin ang="0" scaled="0"/>
        </a:gra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CaseCode">
            <a:extLst>
              <a:ext uri="{FF2B5EF4-FFF2-40B4-BE49-F238E27FC236}">
                <a16:creationId xmlns:a16="http://schemas.microsoft.com/office/drawing/2014/main" id="{ADBA1BC3-DF0A-C7C2-54F8-FADB09EEDB7D}"/>
              </a:ext>
            </a:extLst>
          </p:cNvPr>
          <p:cNvSpPr txBox="1"/>
          <p:nvPr/>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chemeClr val="tx1"/>
                </a:solidFill>
                <a:latin typeface="Aptos" panose="020B0004020202020204" pitchFamily="34" charset="0"/>
                <a:cs typeface="Calibri" panose="020F0502020204030204" pitchFamily="34" charset="0"/>
              </a:rPr>
              <a:t>Presentation title</a:t>
            </a:r>
            <a:br>
              <a:rPr lang="en-US" sz="800" noProof="0" dirty="0">
                <a:solidFill>
                  <a:schemeClr val="tx1"/>
                </a:solidFill>
                <a:latin typeface="Aptos" panose="020B0004020202020204" pitchFamily="34" charset="0"/>
                <a:cs typeface="Calibri" panose="020F0502020204030204" pitchFamily="34" charset="0"/>
              </a:rPr>
            </a:br>
            <a:r>
              <a:rPr lang="en-US" sz="800" noProof="0" dirty="0">
                <a:solidFill>
                  <a:schemeClr val="tx1"/>
                </a:solidFill>
                <a:latin typeface="Aptos" panose="020B0004020202020204" pitchFamily="34" charset="0"/>
                <a:cs typeface="Calibri" panose="020F0502020204030204" pitchFamily="34" charset="0"/>
              </a:rPr>
              <a:t>[To edit, click View &gt; Slide Master &gt; Slide Master]</a:t>
            </a:r>
          </a:p>
        </p:txBody>
      </p:sp>
      <p:sp>
        <p:nvSpPr>
          <p:cNvPr id="9" name="Copyright">
            <a:extLst>
              <a:ext uri="{FF2B5EF4-FFF2-40B4-BE49-F238E27FC236}">
                <a16:creationId xmlns:a16="http://schemas.microsoft.com/office/drawing/2014/main" id="{80879667-8E19-0A8A-570B-A31B8E1A0A23}"/>
              </a:ext>
            </a:extLst>
          </p:cNvPr>
          <p:cNvSpPr txBox="1"/>
          <p:nvPr/>
        </p:nvSpPr>
        <p:spPr>
          <a:xfrm>
            <a:off x="457200" y="6519672"/>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tx1"/>
                </a:solidFill>
                <a:latin typeface="Aptos" panose="020B0004020202020204" pitchFamily="34" charset="0"/>
                <a:cs typeface="Calibri" panose="020F0502020204030204" pitchFamily="34" charset="0"/>
              </a:rPr>
              <a:t>Member firms and DTTL: Insert appropriate copyright</a:t>
            </a:r>
            <a:br>
              <a:rPr lang="en-US" sz="800" noProof="0" dirty="0">
                <a:solidFill>
                  <a:schemeClr val="tx1"/>
                </a:solidFill>
                <a:latin typeface="Aptos" panose="020B0004020202020204" pitchFamily="34" charset="0"/>
                <a:cs typeface="Calibri" panose="020F0502020204030204" pitchFamily="34" charset="0"/>
              </a:rPr>
            </a:br>
            <a:r>
              <a:rPr lang="en-US" sz="800" noProof="0" dirty="0">
                <a:solidFill>
                  <a:schemeClr val="tx1"/>
                </a:solidFill>
                <a:latin typeface="Aptos" panose="020B0004020202020204" pitchFamily="34" charset="0"/>
                <a:cs typeface="Calibri" panose="020F0502020204030204" pitchFamily="34" charset="0"/>
              </a:rPr>
              <a:t>[To edit, click View &gt; Slide Master &gt; Slide Master]</a:t>
            </a:r>
          </a:p>
        </p:txBody>
      </p:sp>
      <p:sp>
        <p:nvSpPr>
          <p:cNvPr id="10" name="TextBox 9">
            <a:extLst>
              <a:ext uri="{FF2B5EF4-FFF2-40B4-BE49-F238E27FC236}">
                <a16:creationId xmlns:a16="http://schemas.microsoft.com/office/drawing/2014/main" id="{73651E4B-6F26-F51C-0F00-AA71F4B0CCCE}"/>
              </a:ext>
            </a:extLst>
          </p:cNvPr>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tx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dirty="0">
              <a:solidFill>
                <a:schemeClr val="tx1"/>
              </a:solidFill>
              <a:latin typeface="Aptos" panose="020B0004020202020204" pitchFamily="34" charset="0"/>
              <a:cs typeface="Calibri" panose="020F0502020204030204" pitchFamily="34" charset="0"/>
            </a:endParaRPr>
          </a:p>
        </p:txBody>
      </p:sp>
      <p:sp>
        <p:nvSpPr>
          <p:cNvPr id="4" name="Title 1">
            <a:extLst>
              <a:ext uri="{FF2B5EF4-FFF2-40B4-BE49-F238E27FC236}">
                <a16:creationId xmlns:a16="http://schemas.microsoft.com/office/drawing/2014/main" id="{26288D3C-20C4-200E-7A39-8253F3E6AD58}"/>
              </a:ext>
            </a:extLst>
          </p:cNvPr>
          <p:cNvSpPr>
            <a:spLocks noGrp="1"/>
          </p:cNvSpPr>
          <p:nvPr>
            <p:ph type="title" hasCustomPrompt="1"/>
          </p:nvPr>
        </p:nvSpPr>
        <p:spPr bwMode="gray">
          <a:xfrm>
            <a:off x="457200" y="1682496"/>
            <a:ext cx="11274552" cy="1592403"/>
          </a:xfrm>
          <a:prstGeom prst="rect">
            <a:avLst/>
          </a:prstGeom>
        </p:spPr>
        <p:txBody>
          <a:bodyPr vert="horz" anchor="t"/>
          <a:lstStyle>
            <a:lvl1pPr>
              <a:lnSpc>
                <a:spcPct val="95000"/>
              </a:lnSpc>
              <a:defRPr sz="3600" b="1">
                <a:solidFill>
                  <a:schemeClr val="accent4"/>
                </a:solidFill>
                <a:latin typeface="Aptos" panose="020B0004020202020204" pitchFamily="34" charset="0"/>
                <a:ea typeface="Open Sans" panose="020B0606030504020204" pitchFamily="34" charset="0"/>
                <a:cs typeface="Open Sans" panose="020B0606030504020204" pitchFamily="34" charset="0"/>
              </a:defRPr>
            </a:lvl1pPr>
          </a:lstStyle>
          <a:p>
            <a:pPr lvl="0"/>
            <a:r>
              <a:rPr lang="en-US" noProof="0" dirty="0"/>
              <a:t>Click to add text</a:t>
            </a:r>
          </a:p>
        </p:txBody>
      </p:sp>
    </p:spTree>
    <p:extLst>
      <p:ext uri="{BB962C8B-B14F-4D97-AF65-F5344CB8AC3E}">
        <p14:creationId xmlns:p14="http://schemas.microsoft.com/office/powerpoint/2010/main" val="3216262105"/>
      </p:ext>
    </p:extLst>
  </p:cSld>
  <p:clrMapOvr>
    <a:masterClrMapping/>
  </p:clrMapOvr>
  <p:transition>
    <p:fade/>
  </p:transition>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Divider - Deloitte Deep Green">
    <p:bg bwMode="gray">
      <p:bgPr>
        <a:solidFill>
          <a:schemeClr val="accent3"/>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CaseCode">
            <a:extLst>
              <a:ext uri="{FF2B5EF4-FFF2-40B4-BE49-F238E27FC236}">
                <a16:creationId xmlns:a16="http://schemas.microsoft.com/office/drawing/2014/main" id="{F684A669-26C5-90D5-704C-199677EB5DCB}"/>
              </a:ext>
            </a:extLst>
          </p:cNvPr>
          <p:cNvSpPr txBox="1"/>
          <p:nvPr/>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chemeClr val="bg1"/>
                </a:solidFill>
                <a:latin typeface="Aptos" panose="020B0004020202020204" pitchFamily="34" charset="0"/>
                <a:cs typeface="Calibri" panose="020F0502020204030204" pitchFamily="34" charset="0"/>
              </a:rPr>
              <a:t>Presentation title</a:t>
            </a:r>
            <a:br>
              <a:rPr lang="en-US" sz="800" noProof="0" dirty="0">
                <a:solidFill>
                  <a:schemeClr val="bg1"/>
                </a:solidFill>
                <a:latin typeface="Aptos" panose="020B0004020202020204" pitchFamily="34" charset="0"/>
                <a:cs typeface="Calibri" panose="020F0502020204030204" pitchFamily="34" charset="0"/>
              </a:rPr>
            </a:br>
            <a:r>
              <a:rPr lang="en-US" sz="800" noProof="0" dirty="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9" name="Copyright">
            <a:extLst>
              <a:ext uri="{FF2B5EF4-FFF2-40B4-BE49-F238E27FC236}">
                <a16:creationId xmlns:a16="http://schemas.microsoft.com/office/drawing/2014/main" id="{007BB995-EE99-3880-DCE6-C93F71A128CE}"/>
              </a:ext>
            </a:extLst>
          </p:cNvPr>
          <p:cNvSpPr txBox="1"/>
          <p:nvPr/>
        </p:nvSpPr>
        <p:spPr>
          <a:xfrm>
            <a:off x="457200" y="6519672"/>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bg1"/>
                </a:solidFill>
                <a:latin typeface="Aptos" panose="020B0004020202020204" pitchFamily="34" charset="0"/>
                <a:cs typeface="Calibri" panose="020F0502020204030204" pitchFamily="34" charset="0"/>
              </a:rPr>
              <a:t>Member firms and DTTL: Insert appropriate copyright</a:t>
            </a:r>
            <a:br>
              <a:rPr lang="en-US" sz="800" noProof="0" dirty="0">
                <a:solidFill>
                  <a:schemeClr val="bg1"/>
                </a:solidFill>
                <a:latin typeface="Aptos" panose="020B0004020202020204" pitchFamily="34" charset="0"/>
                <a:cs typeface="Calibri" panose="020F0502020204030204" pitchFamily="34" charset="0"/>
              </a:rPr>
            </a:br>
            <a:r>
              <a:rPr lang="en-US" sz="800" noProof="0" dirty="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10" name="TextBox 9">
            <a:extLst>
              <a:ext uri="{FF2B5EF4-FFF2-40B4-BE49-F238E27FC236}">
                <a16:creationId xmlns:a16="http://schemas.microsoft.com/office/drawing/2014/main" id="{561CC79A-BB5E-1920-0382-D1E9D54533B4}"/>
              </a:ext>
            </a:extLst>
          </p:cNvPr>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dirty="0">
              <a:solidFill>
                <a:schemeClr val="bg1"/>
              </a:solidFill>
              <a:latin typeface="Aptos" panose="020B0004020202020204" pitchFamily="34" charset="0"/>
              <a:cs typeface="Calibri" panose="020F0502020204030204" pitchFamily="34" charset="0"/>
            </a:endParaRPr>
          </a:p>
        </p:txBody>
      </p:sp>
      <p:sp>
        <p:nvSpPr>
          <p:cNvPr id="4" name="Title 1">
            <a:extLst>
              <a:ext uri="{FF2B5EF4-FFF2-40B4-BE49-F238E27FC236}">
                <a16:creationId xmlns:a16="http://schemas.microsoft.com/office/drawing/2014/main" id="{17582AB9-92F7-B2E5-BF9C-744E1F477FCB}"/>
              </a:ext>
            </a:extLst>
          </p:cNvPr>
          <p:cNvSpPr>
            <a:spLocks noGrp="1"/>
          </p:cNvSpPr>
          <p:nvPr>
            <p:ph type="title" hasCustomPrompt="1"/>
          </p:nvPr>
        </p:nvSpPr>
        <p:spPr bwMode="gray">
          <a:xfrm>
            <a:off x="457200" y="1682496"/>
            <a:ext cx="11274552" cy="1592403"/>
          </a:xfrm>
          <a:prstGeom prst="rect">
            <a:avLst/>
          </a:prstGeom>
        </p:spPr>
        <p:txBody>
          <a:bodyPr vert="horz" anchor="t"/>
          <a:lstStyle>
            <a:lvl1pPr>
              <a:lnSpc>
                <a:spcPct val="95000"/>
              </a:lnSpc>
              <a:defRPr sz="3600" b="1">
                <a:solidFill>
                  <a:schemeClr val="bg1"/>
                </a:solidFill>
                <a:latin typeface="Aptos" panose="020B0004020202020204" pitchFamily="34" charset="0"/>
                <a:ea typeface="Open Sans" panose="020B0606030504020204" pitchFamily="34" charset="0"/>
                <a:cs typeface="Open Sans" panose="020B0606030504020204" pitchFamily="34" charset="0"/>
              </a:defRPr>
            </a:lvl1pPr>
          </a:lstStyle>
          <a:p>
            <a:pPr lvl="0"/>
            <a:r>
              <a:rPr lang="en-US" noProof="0" dirty="0"/>
              <a:t>Click to add text</a:t>
            </a:r>
          </a:p>
        </p:txBody>
      </p:sp>
    </p:spTree>
    <p:extLst>
      <p:ext uri="{BB962C8B-B14F-4D97-AF65-F5344CB8AC3E}">
        <p14:creationId xmlns:p14="http://schemas.microsoft.com/office/powerpoint/2010/main" val="2910415647"/>
      </p:ext>
    </p:extLst>
  </p:cSld>
  <p:clrMapOvr>
    <a:masterClrMapping/>
  </p:clrMapOvr>
  <p:transition>
    <p:fade/>
  </p:transition>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Divider - Dark-Bright gradient with tagline logo lockup">
    <p:bg bwMode="gray">
      <p:bgPr>
        <a:gradFill flip="none" rotWithShape="1">
          <a:gsLst>
            <a:gs pos="25000">
              <a:schemeClr val="accent2">
                <a:lumMod val="67000"/>
              </a:schemeClr>
            </a:gs>
            <a:gs pos="100000">
              <a:schemeClr val="accent2">
                <a:lumMod val="60000"/>
                <a:lumOff val="40000"/>
              </a:schemeClr>
            </a:gs>
          </a:gsLst>
          <a:lin ang="0" scaled="0"/>
          <a:tileRect/>
        </a:gradFill>
        <a:effectLst/>
      </p:bgPr>
    </p:bg>
    <p:spTree>
      <p:nvGrpSpPr>
        <p:cNvPr id="1" name=""/>
        <p:cNvGrpSpPr/>
        <p:nvPr/>
      </p:nvGrpSpPr>
      <p:grpSpPr>
        <a:xfrm>
          <a:off x="0" y="0"/>
          <a:ext cx="0" cy="0"/>
          <a:chOff x="0" y="0"/>
          <a:chExt cx="0" cy="0"/>
        </a:xfrm>
      </p:grpSpPr>
      <p:sp>
        <p:nvSpPr>
          <p:cNvPr id="5" name="CaseCode">
            <a:extLst>
              <a:ext uri="{FF2B5EF4-FFF2-40B4-BE49-F238E27FC236}">
                <a16:creationId xmlns:a16="http://schemas.microsoft.com/office/drawing/2014/main" id="{2FC75865-6F76-C54E-DF22-E2B4689596A8}"/>
              </a:ext>
            </a:extLst>
          </p:cNvPr>
          <p:cNvSpPr txBox="1"/>
          <p:nvPr/>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chemeClr val="tx1"/>
                </a:solidFill>
                <a:latin typeface="Aptos" panose="020B0004020202020204" pitchFamily="34" charset="0"/>
                <a:cs typeface="Calibri" panose="020F0502020204030204" pitchFamily="34" charset="0"/>
              </a:rPr>
              <a:t>Presentation title</a:t>
            </a:r>
            <a:br>
              <a:rPr lang="en-US" sz="800" noProof="0" dirty="0">
                <a:solidFill>
                  <a:schemeClr val="tx1"/>
                </a:solidFill>
                <a:latin typeface="Aptos" panose="020B0004020202020204" pitchFamily="34" charset="0"/>
                <a:cs typeface="Calibri" panose="020F0502020204030204" pitchFamily="34" charset="0"/>
              </a:rPr>
            </a:br>
            <a:r>
              <a:rPr lang="en-US" sz="800" noProof="0" dirty="0">
                <a:solidFill>
                  <a:schemeClr val="tx1"/>
                </a:solidFill>
                <a:latin typeface="Aptos" panose="020B0004020202020204" pitchFamily="34" charset="0"/>
                <a:cs typeface="Calibri" panose="020F0502020204030204" pitchFamily="34" charset="0"/>
              </a:rPr>
              <a:t>[To edit, click View &gt; Slide Master &gt; Slide Master]</a:t>
            </a:r>
          </a:p>
        </p:txBody>
      </p:sp>
      <p:sp>
        <p:nvSpPr>
          <p:cNvPr id="6" name="Copyright">
            <a:extLst>
              <a:ext uri="{FF2B5EF4-FFF2-40B4-BE49-F238E27FC236}">
                <a16:creationId xmlns:a16="http://schemas.microsoft.com/office/drawing/2014/main" id="{4D8129D5-9039-E8B3-5F13-E4574BC308FD}"/>
              </a:ext>
            </a:extLst>
          </p:cNvPr>
          <p:cNvSpPr txBox="1"/>
          <p:nvPr/>
        </p:nvSpPr>
        <p:spPr>
          <a:xfrm>
            <a:off x="457200" y="6519672"/>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bg1"/>
                </a:solidFill>
                <a:latin typeface="Aptos" panose="020B0004020202020204" pitchFamily="34" charset="0"/>
                <a:cs typeface="Calibri" panose="020F0502020204030204" pitchFamily="34" charset="0"/>
              </a:rPr>
              <a:t>Member firms and DTTL: Insert appropriate copyright</a:t>
            </a:r>
            <a:br>
              <a:rPr lang="en-US" sz="800" noProof="0" dirty="0">
                <a:solidFill>
                  <a:schemeClr val="bg1"/>
                </a:solidFill>
                <a:latin typeface="Aptos" panose="020B0004020202020204" pitchFamily="34" charset="0"/>
                <a:cs typeface="Calibri" panose="020F0502020204030204" pitchFamily="34" charset="0"/>
              </a:rPr>
            </a:br>
            <a:r>
              <a:rPr lang="en-US" sz="800" noProof="0" dirty="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7" name="TextBox 6">
            <a:extLst>
              <a:ext uri="{FF2B5EF4-FFF2-40B4-BE49-F238E27FC236}">
                <a16:creationId xmlns:a16="http://schemas.microsoft.com/office/drawing/2014/main" id="{A0CBBC4D-3C0B-94BF-1ABE-F74D334FD22C}"/>
              </a:ext>
            </a:extLst>
          </p:cNvPr>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tx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dirty="0">
              <a:solidFill>
                <a:schemeClr val="tx1"/>
              </a:solidFill>
              <a:latin typeface="Aptos" panose="020B0004020202020204" pitchFamily="34" charset="0"/>
              <a:cs typeface="Calibri" panose="020F0502020204030204" pitchFamily="34" charset="0"/>
            </a:endParaRPr>
          </a:p>
        </p:txBody>
      </p:sp>
      <p:sp>
        <p:nvSpPr>
          <p:cNvPr id="8" name="Title 1">
            <a:extLst>
              <a:ext uri="{FF2B5EF4-FFF2-40B4-BE49-F238E27FC236}">
                <a16:creationId xmlns:a16="http://schemas.microsoft.com/office/drawing/2014/main" id="{2559336F-A28E-132F-AE15-43D8D49F242E}"/>
              </a:ext>
            </a:extLst>
          </p:cNvPr>
          <p:cNvSpPr>
            <a:spLocks noGrp="1"/>
          </p:cNvSpPr>
          <p:nvPr>
            <p:ph type="title" hasCustomPrompt="1"/>
          </p:nvPr>
        </p:nvSpPr>
        <p:spPr bwMode="gray">
          <a:xfrm>
            <a:off x="457200" y="1682496"/>
            <a:ext cx="11274552" cy="1592403"/>
          </a:xfrm>
          <a:prstGeom prst="rect">
            <a:avLst/>
          </a:prstGeom>
        </p:spPr>
        <p:txBody>
          <a:bodyPr vert="horz" anchor="t"/>
          <a:lstStyle>
            <a:lvl1pPr>
              <a:lnSpc>
                <a:spcPct val="95000"/>
              </a:lnSpc>
              <a:defRPr sz="3600" b="1">
                <a:solidFill>
                  <a:schemeClr val="bg1"/>
                </a:solidFill>
                <a:latin typeface="Aptos" panose="020B0004020202020204" pitchFamily="34" charset="0"/>
                <a:ea typeface="Open Sans" panose="020B0606030504020204" pitchFamily="34" charset="0"/>
                <a:cs typeface="Open Sans" panose="020B0606030504020204" pitchFamily="34" charset="0"/>
              </a:defRPr>
            </a:lvl1pPr>
          </a:lstStyle>
          <a:p>
            <a:pPr lvl="0"/>
            <a:r>
              <a:rPr lang="en-US" noProof="0" dirty="0"/>
              <a:t>Click to add text</a:t>
            </a:r>
          </a:p>
        </p:txBody>
      </p:sp>
      <p:sp>
        <p:nvSpPr>
          <p:cNvPr id="2" name="CaseCode">
            <a:extLst>
              <a:ext uri="{FF2B5EF4-FFF2-40B4-BE49-F238E27FC236}">
                <a16:creationId xmlns:a16="http://schemas.microsoft.com/office/drawing/2014/main" id="{ED522F1A-76ED-9748-3E86-16A48ACAC575}"/>
              </a:ext>
            </a:extLst>
          </p:cNvPr>
          <p:cNvSpPr txBox="1"/>
          <p:nvPr userDrawn="1"/>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chemeClr val="tx1"/>
                </a:solidFill>
                <a:latin typeface="Aptos" panose="020B0004020202020204" pitchFamily="34" charset="0"/>
                <a:cs typeface="Calibri" panose="020F0502020204030204" pitchFamily="34" charset="0"/>
              </a:rPr>
              <a:t>Presentation title</a:t>
            </a:r>
            <a:br>
              <a:rPr lang="en-US" sz="800" noProof="0" dirty="0">
                <a:solidFill>
                  <a:schemeClr val="tx1"/>
                </a:solidFill>
                <a:latin typeface="Aptos" panose="020B0004020202020204" pitchFamily="34" charset="0"/>
                <a:cs typeface="Calibri" panose="020F0502020204030204" pitchFamily="34" charset="0"/>
              </a:rPr>
            </a:br>
            <a:r>
              <a:rPr lang="en-US" sz="800" noProof="0" dirty="0">
                <a:solidFill>
                  <a:schemeClr val="tx1"/>
                </a:solidFill>
                <a:latin typeface="Aptos" panose="020B0004020202020204" pitchFamily="34" charset="0"/>
                <a:cs typeface="Calibri" panose="020F0502020204030204" pitchFamily="34" charset="0"/>
              </a:rPr>
              <a:t>[To edit, click View &gt; Slide Master &gt; Slide Master]</a:t>
            </a:r>
          </a:p>
        </p:txBody>
      </p:sp>
      <p:sp>
        <p:nvSpPr>
          <p:cNvPr id="3" name="Copyright">
            <a:extLst>
              <a:ext uri="{FF2B5EF4-FFF2-40B4-BE49-F238E27FC236}">
                <a16:creationId xmlns:a16="http://schemas.microsoft.com/office/drawing/2014/main" id="{8BCC36DE-11BE-ACD5-8C25-3380E547E1BC}"/>
              </a:ext>
            </a:extLst>
          </p:cNvPr>
          <p:cNvSpPr txBox="1"/>
          <p:nvPr userDrawn="1"/>
        </p:nvSpPr>
        <p:spPr>
          <a:xfrm>
            <a:off x="457200" y="6519672"/>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bg1"/>
                </a:solidFill>
                <a:latin typeface="Aptos" panose="020B0004020202020204" pitchFamily="34" charset="0"/>
                <a:cs typeface="Calibri" panose="020F0502020204030204" pitchFamily="34" charset="0"/>
              </a:rPr>
              <a:t>Member firms and DTTL: Insert appropriate copyright</a:t>
            </a:r>
            <a:br>
              <a:rPr lang="en-US" sz="800" noProof="0" dirty="0">
                <a:solidFill>
                  <a:schemeClr val="bg1"/>
                </a:solidFill>
                <a:latin typeface="Aptos" panose="020B0004020202020204" pitchFamily="34" charset="0"/>
                <a:cs typeface="Calibri" panose="020F0502020204030204" pitchFamily="34" charset="0"/>
              </a:rPr>
            </a:br>
            <a:r>
              <a:rPr lang="en-US" sz="800" noProof="0" dirty="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4" name="TextBox 3">
            <a:extLst>
              <a:ext uri="{FF2B5EF4-FFF2-40B4-BE49-F238E27FC236}">
                <a16:creationId xmlns:a16="http://schemas.microsoft.com/office/drawing/2014/main" id="{826A064D-8615-4934-CF57-1312C16D8F95}"/>
              </a:ext>
            </a:extLst>
          </p:cNvPr>
          <p:cNvSpPr txBox="1"/>
          <p:nvPr userDrawn="1"/>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tx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dirty="0">
              <a:solidFill>
                <a:schemeClr val="tx1"/>
              </a:solidFill>
              <a:latin typeface="Aptos" panose="020B0004020202020204" pitchFamily="34" charset="0"/>
              <a:cs typeface="Calibri" panose="020F0502020204030204" pitchFamily="34" charset="0"/>
            </a:endParaRPr>
          </a:p>
        </p:txBody>
      </p:sp>
    </p:spTree>
    <p:extLst>
      <p:ext uri="{BB962C8B-B14F-4D97-AF65-F5344CB8AC3E}">
        <p14:creationId xmlns:p14="http://schemas.microsoft.com/office/powerpoint/2010/main" val="2471795905"/>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Divider - Deloitte Accessible Teal">
    <p:bg bwMode="gray">
      <p:bgPr>
        <a:solidFill>
          <a:schemeClr val="accent5"/>
        </a:solidFill>
        <a:effectLst/>
      </p:bgPr>
    </p:bg>
    <p:spTree>
      <p:nvGrpSpPr>
        <p:cNvPr id="1" name=""/>
        <p:cNvGrpSpPr/>
        <p:nvPr/>
      </p:nvGrpSpPr>
      <p:grpSpPr>
        <a:xfrm>
          <a:off x="0" y="0"/>
          <a:ext cx="0" cy="0"/>
          <a:chOff x="0" y="0"/>
          <a:chExt cx="0" cy="0"/>
        </a:xfrm>
      </p:grpSpPr>
      <p:sp>
        <p:nvSpPr>
          <p:cNvPr id="7" name="CaseCode">
            <a:extLst>
              <a:ext uri="{FF2B5EF4-FFF2-40B4-BE49-F238E27FC236}">
                <a16:creationId xmlns:a16="http://schemas.microsoft.com/office/drawing/2014/main" id="{1F8EA9CE-A4FD-7F07-8A19-61F161FECD5F}"/>
              </a:ext>
            </a:extLst>
          </p:cNvPr>
          <p:cNvSpPr txBox="1"/>
          <p:nvPr/>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chemeClr val="accent4"/>
                </a:solidFill>
                <a:latin typeface="Aptos" panose="020B0004020202020204" pitchFamily="34" charset="0"/>
                <a:cs typeface="Calibri" panose="020F0502020204030204" pitchFamily="34" charset="0"/>
              </a:rPr>
              <a:t>Presentation title</a:t>
            </a:r>
            <a:br>
              <a:rPr lang="en-US" sz="800" noProof="0" dirty="0">
                <a:solidFill>
                  <a:schemeClr val="accent4"/>
                </a:solidFill>
                <a:latin typeface="Aptos" panose="020B0004020202020204" pitchFamily="34" charset="0"/>
                <a:cs typeface="Calibri" panose="020F0502020204030204" pitchFamily="34" charset="0"/>
              </a:rPr>
            </a:br>
            <a:r>
              <a:rPr lang="en-US" sz="800" noProof="0" dirty="0">
                <a:solidFill>
                  <a:schemeClr val="accent4"/>
                </a:solidFill>
                <a:latin typeface="Aptos" panose="020B0004020202020204" pitchFamily="34" charset="0"/>
                <a:cs typeface="Calibri" panose="020F0502020204030204" pitchFamily="34" charset="0"/>
              </a:rPr>
              <a:t>[To edit, click View &gt; Slide Master &gt; Slide Master]</a:t>
            </a:r>
          </a:p>
        </p:txBody>
      </p:sp>
      <p:sp>
        <p:nvSpPr>
          <p:cNvPr id="8" name="Copyright">
            <a:extLst>
              <a:ext uri="{FF2B5EF4-FFF2-40B4-BE49-F238E27FC236}">
                <a16:creationId xmlns:a16="http://schemas.microsoft.com/office/drawing/2014/main" id="{EFB2FD2C-2339-18D3-FE74-70FF8DBE712E}"/>
              </a:ext>
            </a:extLst>
          </p:cNvPr>
          <p:cNvSpPr txBox="1"/>
          <p:nvPr/>
        </p:nvSpPr>
        <p:spPr>
          <a:xfrm>
            <a:off x="457200" y="6519672"/>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accent4"/>
                </a:solidFill>
                <a:latin typeface="Aptos" panose="020B0004020202020204" pitchFamily="34" charset="0"/>
                <a:cs typeface="Calibri" panose="020F0502020204030204" pitchFamily="34" charset="0"/>
              </a:rPr>
              <a:t>Member firms and DTTL: Insert appropriate copyright</a:t>
            </a:r>
            <a:br>
              <a:rPr lang="en-US" sz="800" noProof="0" dirty="0">
                <a:solidFill>
                  <a:schemeClr val="accent4"/>
                </a:solidFill>
                <a:latin typeface="Aptos" panose="020B0004020202020204" pitchFamily="34" charset="0"/>
                <a:cs typeface="Calibri" panose="020F0502020204030204" pitchFamily="34" charset="0"/>
              </a:rPr>
            </a:br>
            <a:r>
              <a:rPr lang="en-US" sz="800" noProof="0" dirty="0">
                <a:solidFill>
                  <a:schemeClr val="accent4"/>
                </a:solidFill>
                <a:latin typeface="Aptos" panose="020B0004020202020204" pitchFamily="34" charset="0"/>
                <a:cs typeface="Calibri" panose="020F0502020204030204" pitchFamily="34" charset="0"/>
              </a:rPr>
              <a:t>[To edit, click View &gt; Slide Master &gt; Slide Master]</a:t>
            </a:r>
          </a:p>
        </p:txBody>
      </p:sp>
      <p:sp>
        <p:nvSpPr>
          <p:cNvPr id="9" name="TextBox 8">
            <a:extLst>
              <a:ext uri="{FF2B5EF4-FFF2-40B4-BE49-F238E27FC236}">
                <a16:creationId xmlns:a16="http://schemas.microsoft.com/office/drawing/2014/main" id="{752674E4-36E3-6473-BA52-EF41006ED287}"/>
              </a:ext>
            </a:extLst>
          </p:cNvPr>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accent4"/>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dirty="0">
              <a:solidFill>
                <a:schemeClr val="accent4"/>
              </a:solidFill>
              <a:latin typeface="Aptos" panose="020B0004020202020204" pitchFamily="34" charset="0"/>
              <a:cs typeface="Calibri" panose="020F0502020204030204" pitchFamily="34" charset="0"/>
            </a:endParaRPr>
          </a:p>
        </p:txBody>
      </p:sp>
      <p:sp>
        <p:nvSpPr>
          <p:cNvPr id="2" name="Title 1">
            <a:extLst>
              <a:ext uri="{FF2B5EF4-FFF2-40B4-BE49-F238E27FC236}">
                <a16:creationId xmlns:a16="http://schemas.microsoft.com/office/drawing/2014/main" id="{61F4FDF0-825B-9D05-FCBA-CD50EF6CC824}"/>
              </a:ext>
            </a:extLst>
          </p:cNvPr>
          <p:cNvSpPr>
            <a:spLocks noGrp="1"/>
          </p:cNvSpPr>
          <p:nvPr>
            <p:ph type="title" hasCustomPrompt="1"/>
          </p:nvPr>
        </p:nvSpPr>
        <p:spPr bwMode="gray">
          <a:xfrm>
            <a:off x="457200" y="1682496"/>
            <a:ext cx="11274552" cy="1592403"/>
          </a:xfrm>
          <a:prstGeom prst="rect">
            <a:avLst/>
          </a:prstGeom>
        </p:spPr>
        <p:txBody>
          <a:bodyPr vert="horz" anchor="t"/>
          <a:lstStyle>
            <a:lvl1pPr>
              <a:lnSpc>
                <a:spcPct val="95000"/>
              </a:lnSpc>
              <a:defRPr sz="3600" b="1">
                <a:solidFill>
                  <a:schemeClr val="tx1"/>
                </a:solidFill>
                <a:latin typeface="Aptos" panose="020B0004020202020204" pitchFamily="34" charset="0"/>
                <a:ea typeface="Open Sans" panose="020B0606030504020204" pitchFamily="34" charset="0"/>
                <a:cs typeface="Open Sans" panose="020B0606030504020204" pitchFamily="34" charset="0"/>
              </a:defRPr>
            </a:lvl1pPr>
          </a:lstStyle>
          <a:p>
            <a:pPr lvl="0"/>
            <a:r>
              <a:rPr lang="en-US" noProof="0" dirty="0"/>
              <a:t>Click to add text</a:t>
            </a:r>
          </a:p>
        </p:txBody>
      </p:sp>
    </p:spTree>
    <p:extLst>
      <p:ext uri="{BB962C8B-B14F-4D97-AF65-F5344CB8AC3E}">
        <p14:creationId xmlns:p14="http://schemas.microsoft.com/office/powerpoint/2010/main" val="2476295170"/>
      </p:ext>
    </p:extLst>
  </p:cSld>
  <p:clrMapOvr>
    <a:masterClrMapping/>
  </p:clrMapOvr>
  <p:transition>
    <p:fade/>
  </p:transition>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Divider - Black">
    <p:bg bwMode="gray">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F35D1E1-7A9C-AE7F-744F-00D2D0F3439B}"/>
              </a:ext>
            </a:extLst>
          </p:cNvPr>
          <p:cNvSpPr>
            <a:spLocks noGrp="1"/>
          </p:cNvSpPr>
          <p:nvPr>
            <p:ph type="title" hasCustomPrompt="1"/>
          </p:nvPr>
        </p:nvSpPr>
        <p:spPr bwMode="gray">
          <a:xfrm>
            <a:off x="457200" y="1682496"/>
            <a:ext cx="11274552" cy="1592403"/>
          </a:xfrm>
          <a:prstGeom prst="rect">
            <a:avLst/>
          </a:prstGeom>
        </p:spPr>
        <p:txBody>
          <a:bodyPr vert="horz" anchor="t"/>
          <a:lstStyle>
            <a:lvl1pPr>
              <a:lnSpc>
                <a:spcPct val="95000"/>
              </a:lnSpc>
              <a:defRPr sz="3600" b="1">
                <a:solidFill>
                  <a:schemeClr val="bg1"/>
                </a:solidFill>
                <a:latin typeface="Aptos" panose="020B0004020202020204" pitchFamily="34" charset="0"/>
                <a:ea typeface="Open Sans" panose="020B0606030504020204" pitchFamily="34" charset="0"/>
                <a:cs typeface="Open Sans" panose="020B0606030504020204" pitchFamily="34" charset="0"/>
              </a:defRPr>
            </a:lvl1pPr>
          </a:lstStyle>
          <a:p>
            <a:pPr lvl="0"/>
            <a:r>
              <a:rPr lang="en-US" noProof="0" dirty="0"/>
              <a:t>Click to add text</a:t>
            </a:r>
          </a:p>
        </p:txBody>
      </p:sp>
    </p:spTree>
    <p:extLst>
      <p:ext uri="{BB962C8B-B14F-4D97-AF65-F5344CB8AC3E}">
        <p14:creationId xmlns:p14="http://schemas.microsoft.com/office/powerpoint/2010/main" val="1070983779"/>
      </p:ext>
    </p:extLst>
  </p:cSld>
  <p:clrMapOvr>
    <a:masterClrMapping/>
  </p:clrMapOvr>
  <p:transition>
    <p:fade/>
  </p:transition>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Divider - Full-bleed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2AA0174D-B09C-4960-94D1-79FD4D04BDFB}"/>
              </a:ext>
            </a:extLst>
          </p:cNvPr>
          <p:cNvSpPr>
            <a:spLocks noGrp="1"/>
          </p:cNvSpPr>
          <p:nvPr>
            <p:ph type="pic" sz="quarter" idx="11"/>
          </p:nvPr>
        </p:nvSpPr>
        <p:spPr>
          <a:xfrm>
            <a:off x="0" y="0"/>
            <a:ext cx="12192000" cy="6858000"/>
          </a:xfrm>
          <a:prstGeom prst="rect">
            <a:avLst/>
          </a:prstGeom>
        </p:spPr>
        <p:txBody>
          <a:bodyPr/>
          <a:lstStyle>
            <a:lvl1pPr>
              <a:defRPr>
                <a:solidFill>
                  <a:schemeClr val="bg1"/>
                </a:solidFill>
              </a:defRPr>
            </a:lvl1pPr>
          </a:lstStyle>
          <a:p>
            <a:r>
              <a:rPr lang="en-US" noProof="0"/>
              <a:t>Click icon to add picture</a:t>
            </a:r>
            <a:endParaRPr lang="en-US" noProof="0" dirty="0"/>
          </a:p>
        </p:txBody>
      </p:sp>
      <p:sp>
        <p:nvSpPr>
          <p:cNvPr id="4" name="Title 1">
            <a:extLst>
              <a:ext uri="{FF2B5EF4-FFF2-40B4-BE49-F238E27FC236}">
                <a16:creationId xmlns:a16="http://schemas.microsoft.com/office/drawing/2014/main" id="{AEE1843C-9C47-5853-9CCF-75A6755EA090}"/>
              </a:ext>
            </a:extLst>
          </p:cNvPr>
          <p:cNvSpPr>
            <a:spLocks noGrp="1"/>
          </p:cNvSpPr>
          <p:nvPr>
            <p:ph type="title" hasCustomPrompt="1"/>
          </p:nvPr>
        </p:nvSpPr>
        <p:spPr bwMode="gray">
          <a:xfrm>
            <a:off x="457200" y="1682496"/>
            <a:ext cx="11274552" cy="1592403"/>
          </a:xfrm>
          <a:prstGeom prst="rect">
            <a:avLst/>
          </a:prstGeom>
        </p:spPr>
        <p:txBody>
          <a:bodyPr vert="horz" anchor="t"/>
          <a:lstStyle>
            <a:lvl1pPr>
              <a:lnSpc>
                <a:spcPct val="95000"/>
              </a:lnSpc>
              <a:defRPr sz="3600" b="1">
                <a:solidFill>
                  <a:schemeClr val="tx1"/>
                </a:solidFill>
                <a:latin typeface="Aptos" panose="020B0004020202020204" pitchFamily="34" charset="0"/>
                <a:ea typeface="Open Sans" panose="020B0606030504020204" pitchFamily="34" charset="0"/>
                <a:cs typeface="Open Sans" panose="020B0606030504020204" pitchFamily="34" charset="0"/>
              </a:defRPr>
            </a:lvl1pPr>
          </a:lstStyle>
          <a:p>
            <a:pPr lvl="0"/>
            <a:r>
              <a:rPr lang="en-US" noProof="0" dirty="0"/>
              <a:t>Click to add text</a:t>
            </a:r>
          </a:p>
        </p:txBody>
      </p:sp>
    </p:spTree>
    <p:extLst>
      <p:ext uri="{BB962C8B-B14F-4D97-AF65-F5344CB8AC3E}">
        <p14:creationId xmlns:p14="http://schemas.microsoft.com/office/powerpoint/2010/main" val="2374225893"/>
      </p:ext>
    </p:extLst>
  </p:cSld>
  <p:clrMapOvr>
    <a:masterClrMapping/>
  </p:clrMapOvr>
  <p:transition>
    <p:fade/>
  </p:transition>
  <p:hf hd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96593EEB-1CDC-4080-8C11-602DEAE1026D}"/>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defRPr sz="2100">
                <a:latin typeface="Aptos" panose="020B0004020202020204" pitchFamily="34" charset="0"/>
              </a:defRPr>
            </a:lvl1pPr>
          </a:lstStyle>
          <a:p>
            <a:r>
              <a:rPr lang="en-US" dirty="0"/>
              <a:t>Click to add title</a:t>
            </a:r>
          </a:p>
        </p:txBody>
      </p:sp>
    </p:spTree>
    <p:extLst>
      <p:ext uri="{BB962C8B-B14F-4D97-AF65-F5344CB8AC3E}">
        <p14:creationId xmlns:p14="http://schemas.microsoft.com/office/powerpoint/2010/main" val="711191353"/>
      </p:ext>
    </p:extLst>
  </p:cSld>
  <p:clrMapOvr>
    <a:masterClrMapping/>
  </p:clrMapOvr>
  <p:transition>
    <p:fade/>
  </p:transition>
  <p:hf hd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subtitle">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FB05972C-4EB5-02E5-D3B3-796AF5ABC9A4}"/>
              </a:ext>
            </a:extLst>
          </p:cNvPr>
          <p:cNvGraphicFramePr>
            <a:graphicFrameLocks noChangeAspect="1"/>
          </p:cNvGraphicFramePr>
          <p:nvPr>
            <p:custDataLst>
              <p:tags r:id="rId1"/>
            </p:custDataLst>
            <p:extLst>
              <p:ext uri="{D42A27DB-BD31-4B8C-83A1-F6EECF244321}">
                <p14:modId xmlns:p14="http://schemas.microsoft.com/office/powerpoint/2010/main" val="31067857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3" name="think-cell data - do not delete" hidden="1">
                        <a:extLst>
                          <a:ext uri="{FF2B5EF4-FFF2-40B4-BE49-F238E27FC236}">
                            <a16:creationId xmlns:a16="http://schemas.microsoft.com/office/drawing/2014/main" id="{FB05972C-4EB5-02E5-D3B3-796AF5ABC9A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ext Placeholder 8">
            <a:extLst>
              <a:ext uri="{FF2B5EF4-FFF2-40B4-BE49-F238E27FC236}">
                <a16:creationId xmlns:a16="http://schemas.microsoft.com/office/drawing/2014/main" id="{8A9CD2DA-AA83-4DCB-8501-DE5878CC0B8A}"/>
              </a:ext>
            </a:extLst>
          </p:cNvPr>
          <p:cNvSpPr>
            <a:spLocks noGrp="1"/>
          </p:cNvSpPr>
          <p:nvPr>
            <p:ph type="body" sz="quarter" idx="13" hasCustomPrompt="1"/>
          </p:nvPr>
        </p:nvSpPr>
        <p:spPr>
          <a:xfrm>
            <a:off x="457200" y="684000"/>
            <a:ext cx="11274552"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latin typeface="Aptos" panose="020B0004020202020204" pitchFamily="34" charset="0"/>
              </a:defRPr>
            </a:lvl1pPr>
          </a:lstStyle>
          <a:p>
            <a:pPr lvl="0"/>
            <a:r>
              <a:rPr lang="en-US" dirty="0"/>
              <a:t>Click to add subtitle</a:t>
            </a:r>
          </a:p>
        </p:txBody>
      </p:sp>
      <p:sp>
        <p:nvSpPr>
          <p:cNvPr id="4" name="Title Placeholder 1">
            <a:extLst>
              <a:ext uri="{FF2B5EF4-FFF2-40B4-BE49-F238E27FC236}">
                <a16:creationId xmlns:a16="http://schemas.microsoft.com/office/drawing/2014/main" id="{2567164D-98D6-14DE-1654-8043100211A0}"/>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dirty="0"/>
              <a:t>Click to add title</a:t>
            </a:r>
          </a:p>
        </p:txBody>
      </p:sp>
    </p:spTree>
    <p:extLst>
      <p:ext uri="{BB962C8B-B14F-4D97-AF65-F5344CB8AC3E}">
        <p14:creationId xmlns:p14="http://schemas.microsoft.com/office/powerpoint/2010/main" val="1303670467"/>
      </p:ext>
    </p:extLst>
  </p:cSld>
  <p:clrMapOvr>
    <a:masterClrMapping/>
  </p:clrMapOvr>
  <p:transition>
    <p:fade/>
  </p:transition>
  <p:hf hd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subtitle, 1 column ">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CF85DDA7-785E-780B-BC9A-4216E2C1F393}"/>
              </a:ext>
            </a:extLst>
          </p:cNvPr>
          <p:cNvGraphicFramePr>
            <a:graphicFrameLocks noChangeAspect="1"/>
          </p:cNvGraphicFramePr>
          <p:nvPr>
            <p:custDataLst>
              <p:tags r:id="rId1"/>
            </p:custDataLst>
            <p:extLst>
              <p:ext uri="{D42A27DB-BD31-4B8C-83A1-F6EECF244321}">
                <p14:modId xmlns:p14="http://schemas.microsoft.com/office/powerpoint/2010/main" val="38184765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3" name="think-cell data - do not delete" hidden="1">
                        <a:extLst>
                          <a:ext uri="{FF2B5EF4-FFF2-40B4-BE49-F238E27FC236}">
                            <a16:creationId xmlns:a16="http://schemas.microsoft.com/office/drawing/2014/main" id="{CF85DDA7-785E-780B-BC9A-4216E2C1F39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ext Placeholder 8">
            <a:extLst>
              <a:ext uri="{FF2B5EF4-FFF2-40B4-BE49-F238E27FC236}">
                <a16:creationId xmlns:a16="http://schemas.microsoft.com/office/drawing/2014/main" id="{463DAA5C-077F-FE00-63CE-03BEF637C37E}"/>
              </a:ext>
            </a:extLst>
          </p:cNvPr>
          <p:cNvSpPr>
            <a:spLocks noGrp="1"/>
          </p:cNvSpPr>
          <p:nvPr>
            <p:ph type="body" sz="quarter" idx="13" hasCustomPrompt="1"/>
          </p:nvPr>
        </p:nvSpPr>
        <p:spPr>
          <a:xfrm>
            <a:off x="457200" y="684000"/>
            <a:ext cx="11274552"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latin typeface="Aptos" panose="020B0004020202020204" pitchFamily="34" charset="0"/>
              </a:defRPr>
            </a:lvl1pPr>
          </a:lstStyle>
          <a:p>
            <a:pPr lvl="0"/>
            <a:r>
              <a:rPr lang="en-US" dirty="0"/>
              <a:t>Click to add subtitle</a:t>
            </a:r>
          </a:p>
        </p:txBody>
      </p:sp>
      <p:sp>
        <p:nvSpPr>
          <p:cNvPr id="5" name="Title Placeholder 1">
            <a:extLst>
              <a:ext uri="{FF2B5EF4-FFF2-40B4-BE49-F238E27FC236}">
                <a16:creationId xmlns:a16="http://schemas.microsoft.com/office/drawing/2014/main" id="{06929E50-6BC7-6A16-7F97-75FA3937A2C8}"/>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dirty="0"/>
              <a:t>Click to add title</a:t>
            </a:r>
          </a:p>
        </p:txBody>
      </p:sp>
      <p:sp>
        <p:nvSpPr>
          <p:cNvPr id="6" name="Text Placeholder 18">
            <a:extLst>
              <a:ext uri="{FF2B5EF4-FFF2-40B4-BE49-F238E27FC236}">
                <a16:creationId xmlns:a16="http://schemas.microsoft.com/office/drawing/2014/main" id="{7A91D16B-BB64-A40E-E0AF-EBC7EE7F2F08}"/>
              </a:ext>
            </a:extLst>
          </p:cNvPr>
          <p:cNvSpPr>
            <a:spLocks noGrp="1"/>
          </p:cNvSpPr>
          <p:nvPr>
            <p:ph idx="1" hasCustomPrompt="1"/>
          </p:nvPr>
        </p:nvSpPr>
        <p:spPr>
          <a:xfrm>
            <a:off x="469900" y="1682496"/>
            <a:ext cx="11274552" cy="4680204"/>
          </a:xfrm>
          <a:prstGeom prst="rect">
            <a:avLst/>
          </a:prstGeom>
        </p:spPr>
        <p:txBody>
          <a:bodyPr vert="horz" lIns="0" tIns="0" rIns="0" bIns="0" rtlCol="0">
            <a:noAutofit/>
          </a:bodyPr>
          <a:lstStyle>
            <a:lvl1pPr>
              <a:spcBef>
                <a:spcPts val="200"/>
              </a:spcBef>
              <a:spcAft>
                <a:spcPts val="200"/>
              </a:spcAft>
              <a:defRPr>
                <a:latin typeface="Aptos" panose="020B0004020202020204" pitchFamily="34" charset="0"/>
              </a:defRPr>
            </a:lvl1pPr>
            <a:lvl2pPr>
              <a:spcBef>
                <a:spcPts val="200"/>
              </a:spcBef>
              <a:spcAft>
                <a:spcPts val="200"/>
              </a:spcAft>
              <a:defRPr>
                <a:latin typeface="Aptos" panose="020B0004020202020204" pitchFamily="34" charset="0"/>
              </a:defRPr>
            </a:lvl2pPr>
            <a:lvl3pPr marL="365760">
              <a:spcBef>
                <a:spcPts val="200"/>
              </a:spcBef>
              <a:spcAft>
                <a:spcPts val="200"/>
              </a:spcAft>
              <a:defRPr>
                <a:latin typeface="Aptos" panose="020B0004020202020204" pitchFamily="34" charset="0"/>
              </a:defRPr>
            </a:lvl3pPr>
            <a:lvl4pPr marL="548640" indent="-182880">
              <a:spcBef>
                <a:spcPts val="200"/>
              </a:spcBef>
              <a:spcAft>
                <a:spcPts val="200"/>
              </a:spcAft>
              <a:defRPr>
                <a:latin typeface="Aptos" panose="020B0004020202020204" pitchFamily="34" charset="0"/>
              </a:defRPr>
            </a:lvl4pPr>
            <a:lvl5pPr marL="731520">
              <a:spcBef>
                <a:spcPts val="200"/>
              </a:spcBef>
              <a:spcAft>
                <a:spcPts val="200"/>
              </a:spcAft>
              <a:defRPr>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3817824798"/>
      </p:ext>
    </p:extLst>
  </p:cSld>
  <p:clrMapOvr>
    <a:masterClrMapping/>
  </p:clrMapOvr>
  <p:transition>
    <p:fade/>
  </p:transition>
  <p:hf hd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subtitle, 2 columns">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54AD4D43-3315-8098-AB60-0D1E2B6691F1}"/>
              </a:ext>
            </a:extLst>
          </p:cNvPr>
          <p:cNvGraphicFramePr>
            <a:graphicFrameLocks noChangeAspect="1"/>
          </p:cNvGraphicFramePr>
          <p:nvPr>
            <p:custDataLst>
              <p:tags r:id="rId1"/>
            </p:custDataLst>
            <p:extLst>
              <p:ext uri="{D42A27DB-BD31-4B8C-83A1-F6EECF244321}">
                <p14:modId xmlns:p14="http://schemas.microsoft.com/office/powerpoint/2010/main" val="8703564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5" name="think-cell data - do not delete" hidden="1">
                        <a:extLst>
                          <a:ext uri="{FF2B5EF4-FFF2-40B4-BE49-F238E27FC236}">
                            <a16:creationId xmlns:a16="http://schemas.microsoft.com/office/drawing/2014/main" id="{54AD4D43-3315-8098-AB60-0D1E2B6691F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Content Placeholder 3"/>
          <p:cNvSpPr>
            <a:spLocks noGrp="1"/>
          </p:cNvSpPr>
          <p:nvPr>
            <p:ph sz="quarter" idx="10" hasCustomPrompt="1"/>
          </p:nvPr>
        </p:nvSpPr>
        <p:spPr>
          <a:xfrm>
            <a:off x="457200" y="1678966"/>
            <a:ext cx="5486400"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5" name="Content Placeholder 3"/>
          <p:cNvSpPr>
            <a:spLocks noGrp="1"/>
          </p:cNvSpPr>
          <p:nvPr>
            <p:ph sz="quarter" idx="20" hasCustomPrompt="1"/>
          </p:nvPr>
        </p:nvSpPr>
        <p:spPr>
          <a:xfrm>
            <a:off x="6250845" y="1678966"/>
            <a:ext cx="5495544" cy="4681728"/>
          </a:xfrm>
          <a:prstGeom prst="rect">
            <a:avLst/>
          </a:prstGeom>
        </p:spPr>
        <p:txBody>
          <a:bodyPr>
            <a:noAutofit/>
          </a:bodyPr>
          <a:lstStyle>
            <a:lvl1pPr marL="0" indent="0" algn="l">
              <a:spcBef>
                <a:spcPts val="200"/>
              </a:spcBef>
              <a:spcAft>
                <a:spcPts val="200"/>
              </a:spcAft>
              <a:buFontTx/>
              <a:buNone/>
              <a:tabLst>
                <a:tab pos="3771900" algn="r"/>
              </a:tabLst>
              <a:defRPr sz="1200"/>
            </a:lvl1pPr>
            <a:lvl2pPr marL="180975" indent="-180975" algn="l">
              <a:spcBef>
                <a:spcPts val="200"/>
              </a:spcBef>
              <a:spcAft>
                <a:spcPts val="200"/>
              </a:spcAft>
              <a:buClrTx/>
              <a:buSzPct val="100000"/>
              <a:buFont typeface="Arial" panose="020B0604020202020204" pitchFamily="34" charset="0"/>
              <a:buChar char="•"/>
              <a:tabLst>
                <a:tab pos="3771900" algn="r"/>
              </a:tabLst>
              <a:defRPr sz="1200"/>
            </a:lvl2pPr>
            <a:lvl3pPr marL="365760" indent="-179388" algn="l">
              <a:spcBef>
                <a:spcPts val="200"/>
              </a:spcBef>
              <a:spcAft>
                <a:spcPts val="200"/>
              </a:spcAft>
              <a:buClrTx/>
              <a:buSzPct val="100000"/>
              <a:buFont typeface="Arial" panose="020B0604020202020204" pitchFamily="34" charset="0"/>
              <a:buChar char="−"/>
              <a:tabLst>
                <a:tab pos="3771900" algn="r"/>
              </a:tabLst>
              <a:defRPr sz="1200"/>
            </a:lvl3pPr>
            <a:lvl4pPr marL="548640" indent="-182880" algn="l">
              <a:spcBef>
                <a:spcPts val="200"/>
              </a:spcBef>
              <a:spcAft>
                <a:spcPts val="200"/>
              </a:spcAft>
              <a:buClrTx/>
              <a:buSzPct val="100000"/>
              <a:buFont typeface="Arial" panose="020B0604020202020204" pitchFamily="34" charset="0"/>
              <a:buChar char="◦"/>
              <a:tabLst>
                <a:tab pos="3771900" algn="r"/>
              </a:tabLst>
              <a:defRPr sz="1200"/>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Text Placeholder 8">
            <a:extLst>
              <a:ext uri="{FF2B5EF4-FFF2-40B4-BE49-F238E27FC236}">
                <a16:creationId xmlns:a16="http://schemas.microsoft.com/office/drawing/2014/main" id="{ADD490B8-B418-78D3-2E0B-461A61F706DD}"/>
              </a:ext>
            </a:extLst>
          </p:cNvPr>
          <p:cNvSpPr>
            <a:spLocks noGrp="1"/>
          </p:cNvSpPr>
          <p:nvPr>
            <p:ph type="body" sz="quarter" idx="13" hasCustomPrompt="1"/>
          </p:nvPr>
        </p:nvSpPr>
        <p:spPr>
          <a:xfrm>
            <a:off x="457200" y="684000"/>
            <a:ext cx="11274552"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latin typeface="Aptos" panose="020B0004020202020204" pitchFamily="34" charset="0"/>
              </a:defRPr>
            </a:lvl1pPr>
          </a:lstStyle>
          <a:p>
            <a:pPr lvl="0"/>
            <a:r>
              <a:rPr lang="en-US" dirty="0"/>
              <a:t>Click to add subtitle</a:t>
            </a:r>
          </a:p>
        </p:txBody>
      </p:sp>
      <p:sp>
        <p:nvSpPr>
          <p:cNvPr id="4" name="Title Placeholder 1">
            <a:extLst>
              <a:ext uri="{FF2B5EF4-FFF2-40B4-BE49-F238E27FC236}">
                <a16:creationId xmlns:a16="http://schemas.microsoft.com/office/drawing/2014/main" id="{8333EA7F-716E-CA3B-831D-4E6ADC7C2184}"/>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dirty="0"/>
              <a:t>Click to add title</a:t>
            </a:r>
          </a:p>
        </p:txBody>
      </p:sp>
    </p:spTree>
    <p:extLst>
      <p:ext uri="{BB962C8B-B14F-4D97-AF65-F5344CB8AC3E}">
        <p14:creationId xmlns:p14="http://schemas.microsoft.com/office/powerpoint/2010/main" val="2112974177"/>
      </p:ext>
    </p:extLst>
  </p:cSld>
  <p:clrMapOvr>
    <a:masterClrMapping/>
  </p:clrMapOvr>
  <p:transition>
    <p:fade/>
  </p:transition>
  <p:hf hd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subtitle, 3 columns">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A63C211-FBF0-0771-BE99-47E7028BD228}"/>
              </a:ext>
            </a:extLst>
          </p:cNvPr>
          <p:cNvGraphicFramePr>
            <a:graphicFrameLocks noChangeAspect="1"/>
          </p:cNvGraphicFramePr>
          <p:nvPr>
            <p:custDataLst>
              <p:tags r:id="rId1"/>
            </p:custDataLst>
            <p:extLst>
              <p:ext uri="{D42A27DB-BD31-4B8C-83A1-F6EECF244321}">
                <p14:modId xmlns:p14="http://schemas.microsoft.com/office/powerpoint/2010/main" val="12759974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A63C211-FBF0-0771-BE99-47E7028BD22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3" name="Content Placeholder 3">
            <a:extLst>
              <a:ext uri="{FF2B5EF4-FFF2-40B4-BE49-F238E27FC236}">
                <a16:creationId xmlns:a16="http://schemas.microsoft.com/office/drawing/2014/main" id="{BFED540D-3BF1-4047-9D69-9C3EB9B94551}"/>
              </a:ext>
            </a:extLst>
          </p:cNvPr>
          <p:cNvSpPr>
            <a:spLocks noGrp="1"/>
          </p:cNvSpPr>
          <p:nvPr>
            <p:ph sz="quarter" idx="10" hasCustomPrompt="1"/>
          </p:nvPr>
        </p:nvSpPr>
        <p:spPr>
          <a:xfrm>
            <a:off x="457200" y="1680432"/>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3" name="Text Placeholder 8">
            <a:extLst>
              <a:ext uri="{FF2B5EF4-FFF2-40B4-BE49-F238E27FC236}">
                <a16:creationId xmlns:a16="http://schemas.microsoft.com/office/drawing/2014/main" id="{8B191C74-910B-0CFC-9067-143443C4A272}"/>
              </a:ext>
            </a:extLst>
          </p:cNvPr>
          <p:cNvSpPr>
            <a:spLocks noGrp="1"/>
          </p:cNvSpPr>
          <p:nvPr>
            <p:ph type="body" sz="quarter" idx="13" hasCustomPrompt="1"/>
          </p:nvPr>
        </p:nvSpPr>
        <p:spPr>
          <a:xfrm>
            <a:off x="457200" y="684000"/>
            <a:ext cx="11274552"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latin typeface="Aptos" panose="020B0004020202020204" pitchFamily="34" charset="0"/>
              </a:defRPr>
            </a:lvl1pPr>
          </a:lstStyle>
          <a:p>
            <a:pPr lvl="0"/>
            <a:r>
              <a:rPr lang="en-US" dirty="0"/>
              <a:t>Click to add subtitle</a:t>
            </a:r>
          </a:p>
        </p:txBody>
      </p:sp>
      <p:sp>
        <p:nvSpPr>
          <p:cNvPr id="5" name="Title Placeholder 1">
            <a:extLst>
              <a:ext uri="{FF2B5EF4-FFF2-40B4-BE49-F238E27FC236}">
                <a16:creationId xmlns:a16="http://schemas.microsoft.com/office/drawing/2014/main" id="{9F0BB36C-DE52-CFD5-6483-3AF9FFFA109A}"/>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dirty="0"/>
              <a:t>Click to add title</a:t>
            </a:r>
          </a:p>
        </p:txBody>
      </p:sp>
      <p:sp>
        <p:nvSpPr>
          <p:cNvPr id="6" name="Content Placeholder 3">
            <a:extLst>
              <a:ext uri="{FF2B5EF4-FFF2-40B4-BE49-F238E27FC236}">
                <a16:creationId xmlns:a16="http://schemas.microsoft.com/office/drawing/2014/main" id="{CF857E55-4828-A256-F67F-37E4E75E2297}"/>
              </a:ext>
            </a:extLst>
          </p:cNvPr>
          <p:cNvSpPr>
            <a:spLocks noGrp="1"/>
          </p:cNvSpPr>
          <p:nvPr>
            <p:ph sz="quarter" idx="17" hasCustomPrompt="1"/>
          </p:nvPr>
        </p:nvSpPr>
        <p:spPr>
          <a:xfrm>
            <a:off x="4322680" y="1680432"/>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Content Placeholder 3">
            <a:extLst>
              <a:ext uri="{FF2B5EF4-FFF2-40B4-BE49-F238E27FC236}">
                <a16:creationId xmlns:a16="http://schemas.microsoft.com/office/drawing/2014/main" id="{9495ED2B-E3BF-3456-BD7E-366BCEB61955}"/>
              </a:ext>
            </a:extLst>
          </p:cNvPr>
          <p:cNvSpPr>
            <a:spLocks noGrp="1"/>
          </p:cNvSpPr>
          <p:nvPr>
            <p:ph sz="quarter" idx="18" hasCustomPrompt="1"/>
          </p:nvPr>
        </p:nvSpPr>
        <p:spPr>
          <a:xfrm>
            <a:off x="8188160" y="1680432"/>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746551886"/>
      </p:ext>
    </p:extLst>
  </p:cSld>
  <p:clrMapOvr>
    <a:masterClrMapping/>
  </p:clrMapOvr>
  <p:transition>
    <p:fade/>
  </p:transition>
  <p:hf hd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subtitle, 4 columns">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C18030CB-8A1E-7879-CA68-10EA5C7AECBF}"/>
              </a:ext>
            </a:extLst>
          </p:cNvPr>
          <p:cNvGraphicFramePr>
            <a:graphicFrameLocks noChangeAspect="1"/>
          </p:cNvGraphicFramePr>
          <p:nvPr>
            <p:custDataLst>
              <p:tags r:id="rId1"/>
            </p:custDataLst>
            <p:extLst>
              <p:ext uri="{D42A27DB-BD31-4B8C-83A1-F6EECF244321}">
                <p14:modId xmlns:p14="http://schemas.microsoft.com/office/powerpoint/2010/main" val="29286007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9" name="think-cell data - do not delete" hidden="1">
                        <a:extLst>
                          <a:ext uri="{FF2B5EF4-FFF2-40B4-BE49-F238E27FC236}">
                            <a16:creationId xmlns:a16="http://schemas.microsoft.com/office/drawing/2014/main" id="{C18030CB-8A1E-7879-CA68-10EA5C7AECB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Content Placeholder 3">
            <a:extLst>
              <a:ext uri="{FF2B5EF4-FFF2-40B4-BE49-F238E27FC236}">
                <a16:creationId xmlns:a16="http://schemas.microsoft.com/office/drawing/2014/main" id="{593F994E-D5B3-4236-9E8D-771F764DB8E8}"/>
              </a:ext>
            </a:extLst>
          </p:cNvPr>
          <p:cNvSpPr>
            <a:spLocks noGrp="1"/>
          </p:cNvSpPr>
          <p:nvPr>
            <p:ph sz="quarter" idx="10" hasCustomPrompt="1"/>
          </p:nvPr>
        </p:nvSpPr>
        <p:spPr>
          <a:xfrm>
            <a:off x="457200"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Content Placeholder 3">
            <a:extLst>
              <a:ext uri="{FF2B5EF4-FFF2-40B4-BE49-F238E27FC236}">
                <a16:creationId xmlns:a16="http://schemas.microsoft.com/office/drawing/2014/main" id="{66C1C52B-7D74-06BE-C3B3-ED2F2596A87A}"/>
              </a:ext>
            </a:extLst>
          </p:cNvPr>
          <p:cNvSpPr>
            <a:spLocks noGrp="1"/>
          </p:cNvSpPr>
          <p:nvPr>
            <p:ph sz="quarter" idx="14" hasCustomPrompt="1"/>
          </p:nvPr>
        </p:nvSpPr>
        <p:spPr>
          <a:xfrm>
            <a:off x="3321552"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Content Placeholder 3">
            <a:extLst>
              <a:ext uri="{FF2B5EF4-FFF2-40B4-BE49-F238E27FC236}">
                <a16:creationId xmlns:a16="http://schemas.microsoft.com/office/drawing/2014/main" id="{6A683BB7-E6EB-C2E9-3FCA-D699A39C7127}"/>
              </a:ext>
            </a:extLst>
          </p:cNvPr>
          <p:cNvSpPr>
            <a:spLocks noGrp="1"/>
          </p:cNvSpPr>
          <p:nvPr>
            <p:ph sz="quarter" idx="15" hasCustomPrompt="1"/>
          </p:nvPr>
        </p:nvSpPr>
        <p:spPr>
          <a:xfrm>
            <a:off x="6185904"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6" name="Content Placeholder 3">
            <a:extLst>
              <a:ext uri="{FF2B5EF4-FFF2-40B4-BE49-F238E27FC236}">
                <a16:creationId xmlns:a16="http://schemas.microsoft.com/office/drawing/2014/main" id="{0D39A810-CF4D-8CC1-23AA-003EFA30A76F}"/>
              </a:ext>
            </a:extLst>
          </p:cNvPr>
          <p:cNvSpPr>
            <a:spLocks noGrp="1"/>
          </p:cNvSpPr>
          <p:nvPr>
            <p:ph sz="quarter" idx="16" hasCustomPrompt="1"/>
          </p:nvPr>
        </p:nvSpPr>
        <p:spPr>
          <a:xfrm>
            <a:off x="9050256"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2" name="Text Placeholder 8">
            <a:extLst>
              <a:ext uri="{FF2B5EF4-FFF2-40B4-BE49-F238E27FC236}">
                <a16:creationId xmlns:a16="http://schemas.microsoft.com/office/drawing/2014/main" id="{FB60B513-6C68-425A-86AC-3FC42F4B2B1D}"/>
              </a:ext>
            </a:extLst>
          </p:cNvPr>
          <p:cNvSpPr>
            <a:spLocks noGrp="1"/>
          </p:cNvSpPr>
          <p:nvPr>
            <p:ph type="body" sz="quarter" idx="13" hasCustomPrompt="1"/>
          </p:nvPr>
        </p:nvSpPr>
        <p:spPr>
          <a:xfrm>
            <a:off x="457200" y="684000"/>
            <a:ext cx="11274552"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defRPr>
            </a:lvl1pPr>
          </a:lstStyle>
          <a:p>
            <a:pPr lvl="0"/>
            <a:r>
              <a:rPr lang="en-US" dirty="0"/>
              <a:t>Click to add subtitle</a:t>
            </a:r>
          </a:p>
        </p:txBody>
      </p:sp>
      <p:sp>
        <p:nvSpPr>
          <p:cNvPr id="8" name="Title Placeholder 1">
            <a:extLst>
              <a:ext uri="{FF2B5EF4-FFF2-40B4-BE49-F238E27FC236}">
                <a16:creationId xmlns:a16="http://schemas.microsoft.com/office/drawing/2014/main" id="{D9257AFC-2713-6B3B-F635-37B6D88CC30D}"/>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dirty="0"/>
              <a:t>Click to add title</a:t>
            </a:r>
          </a:p>
        </p:txBody>
      </p:sp>
    </p:spTree>
    <p:extLst>
      <p:ext uri="{BB962C8B-B14F-4D97-AF65-F5344CB8AC3E}">
        <p14:creationId xmlns:p14="http://schemas.microsoft.com/office/powerpoint/2010/main" val="3092734165"/>
      </p:ext>
    </p:extLst>
  </p:cSld>
  <p:clrMapOvr>
    <a:masterClrMapping/>
  </p:clrMapOvr>
  <p:transition>
    <p:fade/>
  </p:transition>
  <p:hf hd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eam profile ">
    <p:spTree>
      <p:nvGrpSpPr>
        <p:cNvPr id="1" name=""/>
        <p:cNvGrpSpPr/>
        <p:nvPr/>
      </p:nvGrpSpPr>
      <p:grpSpPr>
        <a:xfrm>
          <a:off x="0" y="0"/>
          <a:ext cx="0" cy="0"/>
          <a:chOff x="0" y="0"/>
          <a:chExt cx="0" cy="0"/>
        </a:xfrm>
      </p:grpSpPr>
      <p:graphicFrame>
        <p:nvGraphicFramePr>
          <p:cNvPr id="17" name="think-cell data - do not delete" hidden="1">
            <a:extLst>
              <a:ext uri="{FF2B5EF4-FFF2-40B4-BE49-F238E27FC236}">
                <a16:creationId xmlns:a16="http://schemas.microsoft.com/office/drawing/2014/main" id="{F484570F-AB85-4401-FAD0-3C8AAB53FCC5}"/>
              </a:ext>
            </a:extLst>
          </p:cNvPr>
          <p:cNvGraphicFramePr>
            <a:graphicFrameLocks noChangeAspect="1"/>
          </p:cNvGraphicFramePr>
          <p:nvPr>
            <p:custDataLst>
              <p:tags r:id="rId1"/>
            </p:custDataLst>
            <p:extLst>
              <p:ext uri="{D42A27DB-BD31-4B8C-83A1-F6EECF244321}">
                <p14:modId xmlns:p14="http://schemas.microsoft.com/office/powerpoint/2010/main" val="40889327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17" name="think-cell data - do not delete" hidden="1">
                        <a:extLst>
                          <a:ext uri="{FF2B5EF4-FFF2-40B4-BE49-F238E27FC236}">
                            <a16:creationId xmlns:a16="http://schemas.microsoft.com/office/drawing/2014/main" id="{F484570F-AB85-4401-FAD0-3C8AAB53FCC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Picture Placeholder 11">
            <a:extLst>
              <a:ext uri="{FF2B5EF4-FFF2-40B4-BE49-F238E27FC236}">
                <a16:creationId xmlns:a16="http://schemas.microsoft.com/office/drawing/2014/main" id="{0D8F34B8-DFAD-6DD7-E1A1-4572B7969DDD}"/>
              </a:ext>
            </a:extLst>
          </p:cNvPr>
          <p:cNvSpPr>
            <a:spLocks noGrp="1"/>
          </p:cNvSpPr>
          <p:nvPr>
            <p:ph type="pic" sz="quarter" idx="25"/>
          </p:nvPr>
        </p:nvSpPr>
        <p:spPr>
          <a:xfrm>
            <a:off x="457200" y="1880213"/>
            <a:ext cx="1476000" cy="1476000"/>
          </a:xfrm>
          <a:ln>
            <a:solidFill>
              <a:schemeClr val="tx1"/>
            </a:solidFill>
          </a:ln>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3" name="Picture Placeholder 11">
            <a:extLst>
              <a:ext uri="{FF2B5EF4-FFF2-40B4-BE49-F238E27FC236}">
                <a16:creationId xmlns:a16="http://schemas.microsoft.com/office/drawing/2014/main" id="{90D3C277-40A7-31AF-87D8-848A84CDC70C}"/>
              </a:ext>
            </a:extLst>
          </p:cNvPr>
          <p:cNvSpPr>
            <a:spLocks noGrp="1"/>
          </p:cNvSpPr>
          <p:nvPr>
            <p:ph type="pic" sz="quarter" idx="27"/>
          </p:nvPr>
        </p:nvSpPr>
        <p:spPr>
          <a:xfrm>
            <a:off x="6249842" y="1880213"/>
            <a:ext cx="1476000" cy="1476000"/>
          </a:xfrm>
          <a:ln>
            <a:solidFill>
              <a:schemeClr val="tx1"/>
            </a:solidFill>
          </a:ln>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4" name="Picture Placeholder 11">
            <a:extLst>
              <a:ext uri="{FF2B5EF4-FFF2-40B4-BE49-F238E27FC236}">
                <a16:creationId xmlns:a16="http://schemas.microsoft.com/office/drawing/2014/main" id="{6B0BFB5D-1E54-FF08-195B-949B6341E16B}"/>
              </a:ext>
            </a:extLst>
          </p:cNvPr>
          <p:cNvSpPr>
            <a:spLocks noGrp="1"/>
          </p:cNvSpPr>
          <p:nvPr>
            <p:ph type="pic" sz="quarter" idx="29"/>
          </p:nvPr>
        </p:nvSpPr>
        <p:spPr>
          <a:xfrm>
            <a:off x="457200" y="4256213"/>
            <a:ext cx="1476000" cy="1476000"/>
          </a:xfrm>
          <a:ln>
            <a:solidFill>
              <a:schemeClr val="tx1"/>
            </a:solidFill>
          </a:ln>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5" name="Picture Placeholder 11">
            <a:extLst>
              <a:ext uri="{FF2B5EF4-FFF2-40B4-BE49-F238E27FC236}">
                <a16:creationId xmlns:a16="http://schemas.microsoft.com/office/drawing/2014/main" id="{B70C4541-64E0-0D36-F531-9180AEBAADAD}"/>
              </a:ext>
            </a:extLst>
          </p:cNvPr>
          <p:cNvSpPr>
            <a:spLocks noGrp="1"/>
          </p:cNvSpPr>
          <p:nvPr>
            <p:ph type="pic" sz="quarter" idx="31"/>
          </p:nvPr>
        </p:nvSpPr>
        <p:spPr>
          <a:xfrm>
            <a:off x="6256583" y="4256213"/>
            <a:ext cx="1476000" cy="1476000"/>
          </a:xfrm>
          <a:ln>
            <a:solidFill>
              <a:schemeClr val="tx1"/>
            </a:solidFill>
          </a:ln>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6" name="Text Placeholder 12">
            <a:extLst>
              <a:ext uri="{FF2B5EF4-FFF2-40B4-BE49-F238E27FC236}">
                <a16:creationId xmlns:a16="http://schemas.microsoft.com/office/drawing/2014/main" id="{4FC28274-B484-ADCB-6FAD-CD816034B792}"/>
              </a:ext>
            </a:extLst>
          </p:cNvPr>
          <p:cNvSpPr>
            <a:spLocks noGrp="1"/>
          </p:cNvSpPr>
          <p:nvPr>
            <p:ph type="body" sz="quarter" idx="32" hasCustomPrompt="1"/>
          </p:nvPr>
        </p:nvSpPr>
        <p:spPr>
          <a:xfrm>
            <a:off x="2104052" y="1880213"/>
            <a:ext cx="3846100" cy="1944000"/>
          </a:xfrm>
        </p:spPr>
        <p:txBody>
          <a:bodyPr/>
          <a:lstStyle>
            <a:lvl1pPr>
              <a:spcBef>
                <a:spcPts val="200"/>
              </a:spcBef>
              <a:spcAft>
                <a:spcPts val="200"/>
              </a:spcAft>
              <a:defRPr sz="1200" b="0">
                <a:latin typeface="Aptos" panose="020B0004020202020204" pitchFamily="34" charset="0"/>
              </a:defRPr>
            </a:lvl1pPr>
            <a:lvl2pPr>
              <a:spcBef>
                <a:spcPts val="200"/>
              </a:spcBef>
              <a:spcAft>
                <a:spcPts val="200"/>
              </a:spcAft>
              <a:defRPr sz="1200" b="0">
                <a:latin typeface="Aptos" panose="020B0004020202020204" pitchFamily="34" charset="0"/>
              </a:defRPr>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7" name="Text Placeholder 12">
            <a:extLst>
              <a:ext uri="{FF2B5EF4-FFF2-40B4-BE49-F238E27FC236}">
                <a16:creationId xmlns:a16="http://schemas.microsoft.com/office/drawing/2014/main" id="{9D3FBE01-C9A4-F88D-C153-2816D6207A40}"/>
              </a:ext>
            </a:extLst>
          </p:cNvPr>
          <p:cNvSpPr>
            <a:spLocks noGrp="1"/>
          </p:cNvSpPr>
          <p:nvPr>
            <p:ph type="body" sz="quarter" idx="33" hasCustomPrompt="1"/>
          </p:nvPr>
        </p:nvSpPr>
        <p:spPr>
          <a:xfrm>
            <a:off x="7889188" y="1880213"/>
            <a:ext cx="3846100"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8" name="Text Placeholder 12">
            <a:extLst>
              <a:ext uri="{FF2B5EF4-FFF2-40B4-BE49-F238E27FC236}">
                <a16:creationId xmlns:a16="http://schemas.microsoft.com/office/drawing/2014/main" id="{7004DE48-1AC3-4F21-0968-B38909044342}"/>
              </a:ext>
            </a:extLst>
          </p:cNvPr>
          <p:cNvSpPr>
            <a:spLocks noGrp="1"/>
          </p:cNvSpPr>
          <p:nvPr>
            <p:ph type="body" sz="quarter" idx="34" hasCustomPrompt="1"/>
          </p:nvPr>
        </p:nvSpPr>
        <p:spPr>
          <a:xfrm>
            <a:off x="2104052" y="4256213"/>
            <a:ext cx="3849624"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9" name="Text Placeholder 12">
            <a:extLst>
              <a:ext uri="{FF2B5EF4-FFF2-40B4-BE49-F238E27FC236}">
                <a16:creationId xmlns:a16="http://schemas.microsoft.com/office/drawing/2014/main" id="{684A23D9-9F8C-5A70-1B87-0DD004B8D96E}"/>
              </a:ext>
            </a:extLst>
          </p:cNvPr>
          <p:cNvSpPr>
            <a:spLocks noGrp="1"/>
          </p:cNvSpPr>
          <p:nvPr>
            <p:ph type="body" sz="quarter" idx="35" hasCustomPrompt="1"/>
          </p:nvPr>
        </p:nvSpPr>
        <p:spPr>
          <a:xfrm>
            <a:off x="7886933" y="4256213"/>
            <a:ext cx="3848355"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10" name="Rectangle 9">
            <a:extLst>
              <a:ext uri="{FF2B5EF4-FFF2-40B4-BE49-F238E27FC236}">
                <a16:creationId xmlns:a16="http://schemas.microsoft.com/office/drawing/2014/main" id="{8B1455C2-E21F-06D2-DADD-7FD7A0C6A036}"/>
              </a:ext>
            </a:extLst>
          </p:cNvPr>
          <p:cNvSpPr/>
          <p:nvPr/>
        </p:nvSpPr>
        <p:spPr>
          <a:xfrm>
            <a:off x="6245352" y="1677307"/>
            <a:ext cx="5495544" cy="609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1" name="Rectangle 10">
            <a:extLst>
              <a:ext uri="{FF2B5EF4-FFF2-40B4-BE49-F238E27FC236}">
                <a16:creationId xmlns:a16="http://schemas.microsoft.com/office/drawing/2014/main" id="{96B116F3-3D63-C235-3E40-D7EA6B934CF2}"/>
              </a:ext>
            </a:extLst>
          </p:cNvPr>
          <p:cNvSpPr/>
          <p:nvPr/>
        </p:nvSpPr>
        <p:spPr>
          <a:xfrm>
            <a:off x="457200" y="1677307"/>
            <a:ext cx="5495544" cy="609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2" name="Rectangle 11">
            <a:extLst>
              <a:ext uri="{FF2B5EF4-FFF2-40B4-BE49-F238E27FC236}">
                <a16:creationId xmlns:a16="http://schemas.microsoft.com/office/drawing/2014/main" id="{4F46C436-A721-2D60-1AEA-13F0DD3A9223}"/>
              </a:ext>
            </a:extLst>
          </p:cNvPr>
          <p:cNvSpPr/>
          <p:nvPr/>
        </p:nvSpPr>
        <p:spPr>
          <a:xfrm>
            <a:off x="6245352" y="4044901"/>
            <a:ext cx="5495544" cy="609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3" name="Rectangle 12">
            <a:extLst>
              <a:ext uri="{FF2B5EF4-FFF2-40B4-BE49-F238E27FC236}">
                <a16:creationId xmlns:a16="http://schemas.microsoft.com/office/drawing/2014/main" id="{C62ED75E-FA16-E5BA-B5F1-A58E06F1A408}"/>
              </a:ext>
            </a:extLst>
          </p:cNvPr>
          <p:cNvSpPr/>
          <p:nvPr/>
        </p:nvSpPr>
        <p:spPr>
          <a:xfrm>
            <a:off x="457200" y="4044901"/>
            <a:ext cx="5495544" cy="609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4" name="Text Placeholder 8">
            <a:extLst>
              <a:ext uri="{FF2B5EF4-FFF2-40B4-BE49-F238E27FC236}">
                <a16:creationId xmlns:a16="http://schemas.microsoft.com/office/drawing/2014/main" id="{67D2A86E-3485-4064-F11B-592641772D4F}"/>
              </a:ext>
            </a:extLst>
          </p:cNvPr>
          <p:cNvSpPr>
            <a:spLocks noGrp="1"/>
          </p:cNvSpPr>
          <p:nvPr>
            <p:ph type="body" sz="quarter" idx="13" hasCustomPrompt="1"/>
          </p:nvPr>
        </p:nvSpPr>
        <p:spPr>
          <a:xfrm>
            <a:off x="457200" y="684000"/>
            <a:ext cx="11274552"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latin typeface="Aptos" panose="020B0004020202020204" pitchFamily="34" charset="0"/>
              </a:defRPr>
            </a:lvl1pPr>
          </a:lstStyle>
          <a:p>
            <a:pPr lvl="0"/>
            <a:r>
              <a:rPr lang="en-US" dirty="0"/>
              <a:t>Click to add subtitle</a:t>
            </a:r>
          </a:p>
        </p:txBody>
      </p:sp>
      <p:sp>
        <p:nvSpPr>
          <p:cNvPr id="15" name="Title Placeholder 1">
            <a:extLst>
              <a:ext uri="{FF2B5EF4-FFF2-40B4-BE49-F238E27FC236}">
                <a16:creationId xmlns:a16="http://schemas.microsoft.com/office/drawing/2014/main" id="{E96810A4-9AE7-5408-F486-24386EEDA4CD}"/>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dirty="0"/>
              <a:t>Click to add title</a:t>
            </a:r>
          </a:p>
        </p:txBody>
      </p:sp>
    </p:spTree>
    <p:extLst>
      <p:ext uri="{BB962C8B-B14F-4D97-AF65-F5344CB8AC3E}">
        <p14:creationId xmlns:p14="http://schemas.microsoft.com/office/powerpoint/2010/main" val="540467378"/>
      </p:ext>
    </p:extLst>
  </p:cSld>
  <p:clrMapOvr>
    <a:masterClrMapping/>
  </p:clrMapOvr>
  <p:transition>
    <p:fade/>
  </p:transition>
  <p:hf hd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Qualifications 2 x 1">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7338C8E8-5CC7-2DA0-0253-B90F98C6FD31}"/>
              </a:ext>
            </a:extLst>
          </p:cNvPr>
          <p:cNvGraphicFramePr>
            <a:graphicFrameLocks noChangeAspect="1"/>
          </p:cNvGraphicFramePr>
          <p:nvPr>
            <p:custDataLst>
              <p:tags r:id="rId1"/>
            </p:custDataLst>
            <p:extLst>
              <p:ext uri="{D42A27DB-BD31-4B8C-83A1-F6EECF244321}">
                <p14:modId xmlns:p14="http://schemas.microsoft.com/office/powerpoint/2010/main" val="24647179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7" name="think-cell data - do not delete" hidden="1">
                        <a:extLst>
                          <a:ext uri="{FF2B5EF4-FFF2-40B4-BE49-F238E27FC236}">
                            <a16:creationId xmlns:a16="http://schemas.microsoft.com/office/drawing/2014/main" id="{7338C8E8-5CC7-2DA0-0253-B90F98C6FD3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Rectangle 11">
            <a:extLst>
              <a:ext uri="{FF2B5EF4-FFF2-40B4-BE49-F238E27FC236}">
                <a16:creationId xmlns:a16="http://schemas.microsoft.com/office/drawing/2014/main" id="{DD670E7F-2D5F-E74D-FF59-5BD6C5BC34F1}"/>
              </a:ext>
            </a:extLst>
          </p:cNvPr>
          <p:cNvSpPr/>
          <p:nvPr/>
        </p:nvSpPr>
        <p:spPr>
          <a:xfrm>
            <a:off x="6245352" y="1677307"/>
            <a:ext cx="5495544" cy="609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7" name="Rectangle 16">
            <a:extLst>
              <a:ext uri="{FF2B5EF4-FFF2-40B4-BE49-F238E27FC236}">
                <a16:creationId xmlns:a16="http://schemas.microsoft.com/office/drawing/2014/main" id="{0CD4E13F-35DC-E442-82C0-9B5EE61D2906}"/>
              </a:ext>
            </a:extLst>
          </p:cNvPr>
          <p:cNvSpPr/>
          <p:nvPr/>
        </p:nvSpPr>
        <p:spPr>
          <a:xfrm>
            <a:off x="457200" y="1677307"/>
            <a:ext cx="5495544" cy="609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20" name="Picture Placeholder 11">
            <a:extLst>
              <a:ext uri="{FF2B5EF4-FFF2-40B4-BE49-F238E27FC236}">
                <a16:creationId xmlns:a16="http://schemas.microsoft.com/office/drawing/2014/main" id="{32DA993B-B409-E5C0-E8A1-3920C08FA402}"/>
              </a:ext>
            </a:extLst>
          </p:cNvPr>
          <p:cNvSpPr>
            <a:spLocks noGrp="1"/>
          </p:cNvSpPr>
          <p:nvPr>
            <p:ph type="pic" sz="quarter" idx="28"/>
          </p:nvPr>
        </p:nvSpPr>
        <p:spPr>
          <a:xfrm>
            <a:off x="4476744" y="1883664"/>
            <a:ext cx="1476000" cy="1476000"/>
          </a:xfrm>
          <a:ln>
            <a:solidFill>
              <a:schemeClr val="tx1"/>
            </a:solidFill>
          </a:ln>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21" name="Picture Placeholder 11">
            <a:extLst>
              <a:ext uri="{FF2B5EF4-FFF2-40B4-BE49-F238E27FC236}">
                <a16:creationId xmlns:a16="http://schemas.microsoft.com/office/drawing/2014/main" id="{9EA35630-FAAB-0992-9BD2-E2CF77317F5E}"/>
              </a:ext>
            </a:extLst>
          </p:cNvPr>
          <p:cNvSpPr>
            <a:spLocks noGrp="1"/>
          </p:cNvSpPr>
          <p:nvPr>
            <p:ph type="pic" sz="quarter" idx="29"/>
          </p:nvPr>
        </p:nvSpPr>
        <p:spPr>
          <a:xfrm>
            <a:off x="10258285" y="1883664"/>
            <a:ext cx="1476000" cy="1476000"/>
          </a:xfrm>
          <a:ln>
            <a:solidFill>
              <a:schemeClr val="tx1"/>
            </a:solidFill>
          </a:ln>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2" name="Text Placeholder 8">
            <a:extLst>
              <a:ext uri="{FF2B5EF4-FFF2-40B4-BE49-F238E27FC236}">
                <a16:creationId xmlns:a16="http://schemas.microsoft.com/office/drawing/2014/main" id="{F362A436-16E9-8D92-CE75-CF090274A98C}"/>
              </a:ext>
            </a:extLst>
          </p:cNvPr>
          <p:cNvSpPr>
            <a:spLocks noGrp="1"/>
          </p:cNvSpPr>
          <p:nvPr>
            <p:ph type="body" sz="quarter" idx="13" hasCustomPrompt="1"/>
          </p:nvPr>
        </p:nvSpPr>
        <p:spPr>
          <a:xfrm>
            <a:off x="457200" y="684000"/>
            <a:ext cx="11274552"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latin typeface="Aptos" panose="020B0004020202020204" pitchFamily="34" charset="0"/>
              </a:defRPr>
            </a:lvl1pPr>
          </a:lstStyle>
          <a:p>
            <a:pPr lvl="0"/>
            <a:r>
              <a:rPr lang="en-US" dirty="0"/>
              <a:t>Click to add subtitle</a:t>
            </a:r>
          </a:p>
        </p:txBody>
      </p:sp>
      <p:sp>
        <p:nvSpPr>
          <p:cNvPr id="3" name="Title Placeholder 1">
            <a:extLst>
              <a:ext uri="{FF2B5EF4-FFF2-40B4-BE49-F238E27FC236}">
                <a16:creationId xmlns:a16="http://schemas.microsoft.com/office/drawing/2014/main" id="{1CE7ED7B-D3F7-0C2D-3D7F-23B03A315CFC}"/>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dirty="0"/>
              <a:t>Click to add title</a:t>
            </a:r>
          </a:p>
        </p:txBody>
      </p:sp>
      <p:sp>
        <p:nvSpPr>
          <p:cNvPr id="4" name="Text Placeholder 12">
            <a:extLst>
              <a:ext uri="{FF2B5EF4-FFF2-40B4-BE49-F238E27FC236}">
                <a16:creationId xmlns:a16="http://schemas.microsoft.com/office/drawing/2014/main" id="{4A6BC76D-8B27-508E-2FA1-4B668FF32EE7}"/>
              </a:ext>
            </a:extLst>
          </p:cNvPr>
          <p:cNvSpPr>
            <a:spLocks noGrp="1"/>
          </p:cNvSpPr>
          <p:nvPr>
            <p:ph type="body" sz="quarter" idx="32" hasCustomPrompt="1"/>
          </p:nvPr>
        </p:nvSpPr>
        <p:spPr>
          <a:xfrm>
            <a:off x="457200" y="3498336"/>
            <a:ext cx="5495544" cy="1944000"/>
          </a:xfrm>
        </p:spPr>
        <p:txBody>
          <a:bodyPr/>
          <a:lstStyle>
            <a:lvl1pPr>
              <a:spcBef>
                <a:spcPts val="200"/>
              </a:spcBef>
              <a:spcAft>
                <a:spcPts val="200"/>
              </a:spcAft>
              <a:defRPr sz="1200" b="0"/>
            </a:lvl1pPr>
            <a:lvl2pPr>
              <a:spcBef>
                <a:spcPts val="200"/>
              </a:spcBef>
              <a:spcAft>
                <a:spcPts val="200"/>
              </a:spcAft>
              <a:defRPr sz="1200" b="0"/>
            </a:lvl2pPr>
            <a:lvl3pPr marL="365760">
              <a:defRPr/>
            </a:lvl3pPr>
            <a:lvl4pPr marL="548640" indent="-182880">
              <a:defRPr/>
            </a:lvl4pPr>
            <a:lvl5pPr marL="73152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5" name="Text Placeholder 12">
            <a:extLst>
              <a:ext uri="{FF2B5EF4-FFF2-40B4-BE49-F238E27FC236}">
                <a16:creationId xmlns:a16="http://schemas.microsoft.com/office/drawing/2014/main" id="{9C91076D-2B86-9AF3-18AC-3BF3B0940503}"/>
              </a:ext>
            </a:extLst>
          </p:cNvPr>
          <p:cNvSpPr>
            <a:spLocks noGrp="1"/>
          </p:cNvSpPr>
          <p:nvPr>
            <p:ph type="body" sz="quarter" idx="33" hasCustomPrompt="1"/>
          </p:nvPr>
        </p:nvSpPr>
        <p:spPr>
          <a:xfrm>
            <a:off x="6250493" y="3498336"/>
            <a:ext cx="5495544" cy="1944000"/>
          </a:xfrm>
        </p:spPr>
        <p:txBody>
          <a:bodyPr/>
          <a:lstStyle>
            <a:lvl1pPr>
              <a:spcBef>
                <a:spcPts val="200"/>
              </a:spcBef>
              <a:spcAft>
                <a:spcPts val="200"/>
              </a:spcAft>
              <a:defRPr sz="1200" b="0"/>
            </a:lvl1pPr>
            <a:lvl2pPr>
              <a:spcBef>
                <a:spcPts val="200"/>
              </a:spcBef>
              <a:spcAft>
                <a:spcPts val="200"/>
              </a:spcAft>
              <a:defRPr sz="1200" b="0"/>
            </a:lvl2pPr>
            <a:lvl3pPr marL="365760">
              <a:defRPr/>
            </a:lvl3pPr>
            <a:lvl4pPr marL="548640" indent="-182880">
              <a:defRPr/>
            </a:lvl4pPr>
            <a:lvl5pPr marL="73152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6" name="Text Placeholder 17">
            <a:extLst>
              <a:ext uri="{FF2B5EF4-FFF2-40B4-BE49-F238E27FC236}">
                <a16:creationId xmlns:a16="http://schemas.microsoft.com/office/drawing/2014/main" id="{189A445A-42B3-EBFA-8922-62959EFA0423}"/>
              </a:ext>
            </a:extLst>
          </p:cNvPr>
          <p:cNvSpPr>
            <a:spLocks noGrp="1"/>
          </p:cNvSpPr>
          <p:nvPr>
            <p:ph type="body" sz="quarter" idx="4294967295" hasCustomPrompt="1"/>
          </p:nvPr>
        </p:nvSpPr>
        <p:spPr>
          <a:xfrm>
            <a:off x="457200" y="1876425"/>
            <a:ext cx="3922713" cy="1482725"/>
          </a:xfrm>
        </p:spPr>
        <p:txBody>
          <a:body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dirty="0"/>
          </a:p>
        </p:txBody>
      </p:sp>
      <p:sp>
        <p:nvSpPr>
          <p:cNvPr id="8" name="Text Placeholder 17">
            <a:extLst>
              <a:ext uri="{FF2B5EF4-FFF2-40B4-BE49-F238E27FC236}">
                <a16:creationId xmlns:a16="http://schemas.microsoft.com/office/drawing/2014/main" id="{9AF1B057-ABA1-7B5A-87C8-FD35492C6CB7}"/>
              </a:ext>
            </a:extLst>
          </p:cNvPr>
          <p:cNvSpPr>
            <a:spLocks noGrp="1"/>
          </p:cNvSpPr>
          <p:nvPr>
            <p:ph type="body" sz="quarter" idx="4294967295" hasCustomPrompt="1"/>
          </p:nvPr>
        </p:nvSpPr>
        <p:spPr>
          <a:xfrm>
            <a:off x="6250493" y="1876425"/>
            <a:ext cx="3922713" cy="1482725"/>
          </a:xfrm>
        </p:spPr>
        <p:txBody>
          <a:body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dirty="0"/>
          </a:p>
        </p:txBody>
      </p:sp>
    </p:spTree>
    <p:extLst>
      <p:ext uri="{BB962C8B-B14F-4D97-AF65-F5344CB8AC3E}">
        <p14:creationId xmlns:p14="http://schemas.microsoft.com/office/powerpoint/2010/main" val="1188281788"/>
      </p:ext>
    </p:extLst>
  </p:cSld>
  <p:clrMapOvr>
    <a:masterClrMapping/>
  </p:clrMapOvr>
  <p:transition>
    <p:fade/>
  </p:transition>
  <p:hf hdr="0" dt="0"/>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End slide">
    <p:spTree>
      <p:nvGrpSpPr>
        <p:cNvPr id="1" name=""/>
        <p:cNvGrpSpPr/>
        <p:nvPr/>
      </p:nvGrpSpPr>
      <p:grpSpPr>
        <a:xfrm>
          <a:off x="0" y="0"/>
          <a:ext cx="0" cy="0"/>
          <a:chOff x="0" y="0"/>
          <a:chExt cx="0" cy="0"/>
        </a:xfrm>
      </p:grpSpPr>
      <p:sp>
        <p:nvSpPr>
          <p:cNvPr id="6" name="Text Placeholder 5"/>
          <p:cNvSpPr>
            <a:spLocks noGrp="1"/>
          </p:cNvSpPr>
          <p:nvPr>
            <p:ph type="body" sz="quarter" idx="13" hasCustomPrompt="1"/>
          </p:nvPr>
        </p:nvSpPr>
        <p:spPr>
          <a:xfrm>
            <a:off x="457200" y="4189870"/>
            <a:ext cx="8566108" cy="2169796"/>
          </a:xfrm>
        </p:spPr>
        <p:txBody>
          <a:bodyPr anchor="b" anchorCtr="0">
            <a:normAutofit/>
          </a:bodyPr>
          <a:lstStyle>
            <a:lvl1pPr>
              <a:lnSpc>
                <a:spcPct val="100000"/>
              </a:lnSpc>
              <a:spcBef>
                <a:spcPts val="200"/>
              </a:spcBef>
              <a:spcAft>
                <a:spcPts val="200"/>
              </a:spcAft>
              <a:defRPr sz="800" b="0"/>
            </a:lvl1pPr>
          </a:lstStyle>
          <a:p>
            <a:pPr lvl="0"/>
            <a:r>
              <a:rPr lang="en-US" dirty="0"/>
              <a:t>Click to add text</a:t>
            </a:r>
          </a:p>
        </p:txBody>
      </p:sp>
      <p:pic>
        <p:nvPicPr>
          <p:cNvPr id="4" name="Picture 3">
            <a:extLst>
              <a:ext uri="{FF2B5EF4-FFF2-40B4-BE49-F238E27FC236}">
                <a16:creationId xmlns:a16="http://schemas.microsoft.com/office/drawing/2014/main" id="{62807C35-870E-BE5C-3063-D65F3CF32E20}"/>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694852" y="5391335"/>
            <a:ext cx="1198880" cy="1198880"/>
          </a:xfrm>
          <a:prstGeom prst="rect">
            <a:avLst/>
          </a:prstGeom>
        </p:spPr>
      </p:pic>
      <p:pic>
        <p:nvPicPr>
          <p:cNvPr id="3" name="Picture 2">
            <a:extLst>
              <a:ext uri="{FF2B5EF4-FFF2-40B4-BE49-F238E27FC236}">
                <a16:creationId xmlns:a16="http://schemas.microsoft.com/office/drawing/2014/main" id="{203F6F65-0FAE-13C5-4935-4F5D23290CAF}"/>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694852" y="5391335"/>
            <a:ext cx="1198880" cy="1198880"/>
          </a:xfrm>
          <a:prstGeom prst="rect">
            <a:avLst/>
          </a:prstGeom>
        </p:spPr>
      </p:pic>
      <p:pic>
        <p:nvPicPr>
          <p:cNvPr id="5" name="Picture 4">
            <a:extLst>
              <a:ext uri="{FF2B5EF4-FFF2-40B4-BE49-F238E27FC236}">
                <a16:creationId xmlns:a16="http://schemas.microsoft.com/office/drawing/2014/main" id="{B5567C3E-3181-DBCE-56F9-25416E46986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694852" y="5391335"/>
            <a:ext cx="1198880" cy="1198880"/>
          </a:xfrm>
          <a:prstGeom prst="rect">
            <a:avLst/>
          </a:prstGeom>
        </p:spPr>
      </p:pic>
      <p:pic>
        <p:nvPicPr>
          <p:cNvPr id="2" name="Picture 1">
            <a:extLst>
              <a:ext uri="{FF2B5EF4-FFF2-40B4-BE49-F238E27FC236}">
                <a16:creationId xmlns:a16="http://schemas.microsoft.com/office/drawing/2014/main" id="{FB50732A-3DE1-9BA2-E38D-3560C50CEFAC}"/>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17924" y="-4221"/>
            <a:ext cx="2551173" cy="1036908"/>
          </a:xfrm>
          <a:prstGeom prst="rect">
            <a:avLst/>
          </a:prstGeom>
        </p:spPr>
      </p:pic>
    </p:spTree>
    <p:extLst>
      <p:ext uri="{BB962C8B-B14F-4D97-AF65-F5344CB8AC3E}">
        <p14:creationId xmlns:p14="http://schemas.microsoft.com/office/powerpoint/2010/main" val="3252957544"/>
      </p:ext>
    </p:extLst>
  </p:cSld>
  <p:clrMapOvr>
    <a:masterClrMapping/>
  </p:clrMapOvr>
  <p:hf hd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Only - Light Gray">
    <p:bg>
      <p:bgPr>
        <a:solidFill>
          <a:schemeClr val="bg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A5F1E13-4418-598B-C074-12679788BEC1}"/>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7" name="Text Placeholder 5">
            <a:extLst>
              <a:ext uri="{FF2B5EF4-FFF2-40B4-BE49-F238E27FC236}">
                <a16:creationId xmlns:a16="http://schemas.microsoft.com/office/drawing/2014/main" id="{BA961EAC-1FA5-0FDD-A3C9-C201168F760F}"/>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8" name="Text Placeholder 7">
            <a:extLst>
              <a:ext uri="{FF2B5EF4-FFF2-40B4-BE49-F238E27FC236}">
                <a16:creationId xmlns:a16="http://schemas.microsoft.com/office/drawing/2014/main" id="{676FE64C-1B0D-9ED0-06EE-18AB27B1B814}"/>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A60BDCA0-170F-9CD6-736F-61D6DB7637DE}"/>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2278140349"/>
      </p:ext>
    </p:extLst>
  </p:cSld>
  <p:clrMapOvr>
    <a:masterClrMapping/>
  </p:clrMapOvr>
  <p:transition>
    <p:fade/>
  </p:transition>
  <p:hf hd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subtitle - Light Gray">
    <p:bg>
      <p:bgPr>
        <a:solidFill>
          <a:schemeClr val="bg2"/>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FB05972C-4EB5-02E5-D3B3-796AF5ABC9A4}"/>
              </a:ext>
            </a:extLst>
          </p:cNvPr>
          <p:cNvGraphicFramePr>
            <a:graphicFrameLocks noChangeAspect="1"/>
          </p:cNvGraphicFramePr>
          <p:nvPr>
            <p:custDataLst>
              <p:tags r:id="rId1"/>
            </p:custDataLst>
            <p:extLst>
              <p:ext uri="{D42A27DB-BD31-4B8C-83A1-F6EECF244321}">
                <p14:modId xmlns:p14="http://schemas.microsoft.com/office/powerpoint/2010/main" val="31067857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3" name="think-cell data - do not delete" hidden="1">
                        <a:extLst>
                          <a:ext uri="{FF2B5EF4-FFF2-40B4-BE49-F238E27FC236}">
                            <a16:creationId xmlns:a16="http://schemas.microsoft.com/office/drawing/2014/main" id="{FB05972C-4EB5-02E5-D3B3-796AF5ABC9A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Rectangle 7">
            <a:extLst>
              <a:ext uri="{FF2B5EF4-FFF2-40B4-BE49-F238E27FC236}">
                <a16:creationId xmlns:a16="http://schemas.microsoft.com/office/drawing/2014/main" id="{DD6240FD-6CE9-5B73-7D7B-7F60C832531D}"/>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9" name="Text Placeholder 5">
            <a:extLst>
              <a:ext uri="{FF2B5EF4-FFF2-40B4-BE49-F238E27FC236}">
                <a16:creationId xmlns:a16="http://schemas.microsoft.com/office/drawing/2014/main" id="{D61B36F7-4D66-A541-48A9-D4104A28F22E}"/>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10" name="Text Placeholder 7">
            <a:extLst>
              <a:ext uri="{FF2B5EF4-FFF2-40B4-BE49-F238E27FC236}">
                <a16:creationId xmlns:a16="http://schemas.microsoft.com/office/drawing/2014/main" id="{458DE312-1DB6-6A86-31A5-4DD91F4D295D}"/>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92C8AFF7-A1A4-8B8F-9682-D1150A2584EC}"/>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2065149632"/>
      </p:ext>
    </p:extLst>
  </p:cSld>
  <p:clrMapOvr>
    <a:masterClrMapping/>
  </p:clrMapOvr>
  <p:transition>
    <p:fade/>
  </p:transition>
  <p:hf hd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le, subtitle, 1 column - Light Gray">
    <p:bg>
      <p:bgPr>
        <a:solidFill>
          <a:schemeClr val="bg2"/>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CF85DDA7-785E-780B-BC9A-4216E2C1F393}"/>
              </a:ext>
            </a:extLst>
          </p:cNvPr>
          <p:cNvGraphicFramePr>
            <a:graphicFrameLocks noChangeAspect="1"/>
          </p:cNvGraphicFramePr>
          <p:nvPr>
            <p:custDataLst>
              <p:tags r:id="rId1"/>
            </p:custDataLst>
            <p:extLst>
              <p:ext uri="{D42A27DB-BD31-4B8C-83A1-F6EECF244321}">
                <p14:modId xmlns:p14="http://schemas.microsoft.com/office/powerpoint/2010/main" val="38184765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3" name="think-cell data - do not delete" hidden="1">
                        <a:extLst>
                          <a:ext uri="{FF2B5EF4-FFF2-40B4-BE49-F238E27FC236}">
                            <a16:creationId xmlns:a16="http://schemas.microsoft.com/office/drawing/2014/main" id="{CF85DDA7-785E-780B-BC9A-4216E2C1F39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ext Placeholder 18">
            <a:extLst>
              <a:ext uri="{FF2B5EF4-FFF2-40B4-BE49-F238E27FC236}">
                <a16:creationId xmlns:a16="http://schemas.microsoft.com/office/drawing/2014/main" id="{7A91D16B-BB64-A40E-E0AF-EBC7EE7F2F08}"/>
              </a:ext>
            </a:extLst>
          </p:cNvPr>
          <p:cNvSpPr>
            <a:spLocks noGrp="1"/>
          </p:cNvSpPr>
          <p:nvPr>
            <p:ph idx="1" hasCustomPrompt="1"/>
          </p:nvPr>
        </p:nvSpPr>
        <p:spPr>
          <a:xfrm>
            <a:off x="457200" y="1682496"/>
            <a:ext cx="11274552" cy="4680204"/>
          </a:xfrm>
          <a:prstGeom prst="rect">
            <a:avLst/>
          </a:prstGeom>
        </p:spPr>
        <p:txBody>
          <a:bodyPr vert="horz" lIns="0" tIns="0" rIns="0" bIns="0" rtlCol="0">
            <a:noAutofit/>
          </a:bodyPr>
          <a:lstStyle>
            <a:lvl1pPr>
              <a:spcBef>
                <a:spcPts val="200"/>
              </a:spcBef>
              <a:spcAft>
                <a:spcPts val="200"/>
              </a:spcAft>
              <a:defRPr>
                <a:latin typeface="Aptos" panose="020B0004020202020204" pitchFamily="34" charset="0"/>
              </a:defRPr>
            </a:lvl1pPr>
            <a:lvl2pPr>
              <a:spcBef>
                <a:spcPts val="200"/>
              </a:spcBef>
              <a:spcAft>
                <a:spcPts val="200"/>
              </a:spcAft>
              <a:defRPr>
                <a:latin typeface="Aptos" panose="020B0004020202020204" pitchFamily="34" charset="0"/>
              </a:defRPr>
            </a:lvl2pPr>
            <a:lvl3pPr marL="365760">
              <a:spcBef>
                <a:spcPts val="200"/>
              </a:spcBef>
              <a:spcAft>
                <a:spcPts val="200"/>
              </a:spcAft>
              <a:defRPr>
                <a:latin typeface="Aptos" panose="020B0004020202020204" pitchFamily="34" charset="0"/>
              </a:defRPr>
            </a:lvl3pPr>
            <a:lvl4pPr marL="548640" indent="-182880">
              <a:spcBef>
                <a:spcPts val="200"/>
              </a:spcBef>
              <a:spcAft>
                <a:spcPts val="200"/>
              </a:spcAft>
              <a:defRPr>
                <a:latin typeface="Aptos" panose="020B0004020202020204" pitchFamily="34" charset="0"/>
              </a:defRPr>
            </a:lvl4pPr>
            <a:lvl5pPr marL="731520">
              <a:spcBef>
                <a:spcPts val="200"/>
              </a:spcBef>
              <a:spcAft>
                <a:spcPts val="200"/>
              </a:spcAft>
              <a:defRPr>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9" name="Rectangle 8">
            <a:extLst>
              <a:ext uri="{FF2B5EF4-FFF2-40B4-BE49-F238E27FC236}">
                <a16:creationId xmlns:a16="http://schemas.microsoft.com/office/drawing/2014/main" id="{F19198A8-E422-E08B-1999-D575365416BF}"/>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10" name="Text Placeholder 5">
            <a:extLst>
              <a:ext uri="{FF2B5EF4-FFF2-40B4-BE49-F238E27FC236}">
                <a16:creationId xmlns:a16="http://schemas.microsoft.com/office/drawing/2014/main" id="{72CE27D6-13F3-7804-83B8-3812226E3D11}"/>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11" name="Text Placeholder 7">
            <a:extLst>
              <a:ext uri="{FF2B5EF4-FFF2-40B4-BE49-F238E27FC236}">
                <a16:creationId xmlns:a16="http://schemas.microsoft.com/office/drawing/2014/main" id="{9B822AB7-E232-4B55-B95C-CA9751788E58}"/>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49F98E4A-3C3F-467B-D987-D07B2DB9C93B}"/>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4258115815"/>
      </p:ext>
    </p:extLst>
  </p:cSld>
  <p:clrMapOvr>
    <a:masterClrMapping/>
  </p:clrMapOvr>
  <p:transition>
    <p:fade/>
  </p:transition>
  <p:hf hd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tle, subtitle, 2 columns - Light Gray">
    <p:bg>
      <p:bgPr>
        <a:solidFill>
          <a:schemeClr val="bg2"/>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54AD4D43-3315-8098-AB60-0D1E2B6691F1}"/>
              </a:ext>
            </a:extLst>
          </p:cNvPr>
          <p:cNvGraphicFramePr>
            <a:graphicFrameLocks noChangeAspect="1"/>
          </p:cNvGraphicFramePr>
          <p:nvPr>
            <p:custDataLst>
              <p:tags r:id="rId1"/>
            </p:custDataLst>
            <p:extLst>
              <p:ext uri="{D42A27DB-BD31-4B8C-83A1-F6EECF244321}">
                <p14:modId xmlns:p14="http://schemas.microsoft.com/office/powerpoint/2010/main" val="8703564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5" name="think-cell data - do not delete" hidden="1">
                        <a:extLst>
                          <a:ext uri="{FF2B5EF4-FFF2-40B4-BE49-F238E27FC236}">
                            <a16:creationId xmlns:a16="http://schemas.microsoft.com/office/drawing/2014/main" id="{54AD4D43-3315-8098-AB60-0D1E2B6691F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Content Placeholder 3"/>
          <p:cNvSpPr>
            <a:spLocks noGrp="1"/>
          </p:cNvSpPr>
          <p:nvPr>
            <p:ph sz="quarter" idx="10" hasCustomPrompt="1"/>
          </p:nvPr>
        </p:nvSpPr>
        <p:spPr>
          <a:xfrm>
            <a:off x="457200" y="1678966"/>
            <a:ext cx="5486400"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5" name="Content Placeholder 3"/>
          <p:cNvSpPr>
            <a:spLocks noGrp="1"/>
          </p:cNvSpPr>
          <p:nvPr>
            <p:ph sz="quarter" idx="20" hasCustomPrompt="1"/>
          </p:nvPr>
        </p:nvSpPr>
        <p:spPr>
          <a:xfrm>
            <a:off x="6250845" y="1678966"/>
            <a:ext cx="5495544" cy="4681728"/>
          </a:xfrm>
          <a:prstGeom prst="rect">
            <a:avLst/>
          </a:prstGeom>
        </p:spPr>
        <p:txBody>
          <a:bodyPr>
            <a:noAutofit/>
          </a:bodyPr>
          <a:lstStyle>
            <a:lvl1pPr marL="0" indent="0" algn="l">
              <a:spcBef>
                <a:spcPts val="200"/>
              </a:spcBef>
              <a:spcAft>
                <a:spcPts val="200"/>
              </a:spcAft>
              <a:buFontTx/>
              <a:buNone/>
              <a:tabLst>
                <a:tab pos="3771900" algn="r"/>
              </a:tabLst>
              <a:defRPr sz="1200"/>
            </a:lvl1pPr>
            <a:lvl2pPr marL="180975" indent="-180975" algn="l">
              <a:spcBef>
                <a:spcPts val="200"/>
              </a:spcBef>
              <a:spcAft>
                <a:spcPts val="200"/>
              </a:spcAft>
              <a:buClrTx/>
              <a:buSzPct val="100000"/>
              <a:buFont typeface="Arial" panose="020B0604020202020204" pitchFamily="34" charset="0"/>
              <a:buChar char="•"/>
              <a:tabLst>
                <a:tab pos="3771900" algn="r"/>
              </a:tabLst>
              <a:defRPr sz="1200"/>
            </a:lvl2pPr>
            <a:lvl3pPr marL="365760" indent="-179388" algn="l">
              <a:spcBef>
                <a:spcPts val="200"/>
              </a:spcBef>
              <a:spcAft>
                <a:spcPts val="200"/>
              </a:spcAft>
              <a:buClrTx/>
              <a:buSzPct val="100000"/>
              <a:buFont typeface="Arial" panose="020B0604020202020204" pitchFamily="34" charset="0"/>
              <a:buChar char="−"/>
              <a:tabLst>
                <a:tab pos="3771900" algn="r"/>
              </a:tabLst>
              <a:defRPr sz="1200"/>
            </a:lvl3pPr>
            <a:lvl4pPr marL="548640" indent="-182880" algn="l">
              <a:spcBef>
                <a:spcPts val="200"/>
              </a:spcBef>
              <a:spcAft>
                <a:spcPts val="200"/>
              </a:spcAft>
              <a:buClrTx/>
              <a:buSzPct val="100000"/>
              <a:buFont typeface="Arial" panose="020B0604020202020204" pitchFamily="34" charset="0"/>
              <a:buChar char="◦"/>
              <a:tabLst>
                <a:tab pos="3771900" algn="r"/>
              </a:tabLst>
              <a:defRPr sz="1200"/>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8" name="Rectangle 7">
            <a:extLst>
              <a:ext uri="{FF2B5EF4-FFF2-40B4-BE49-F238E27FC236}">
                <a16:creationId xmlns:a16="http://schemas.microsoft.com/office/drawing/2014/main" id="{BAFB8886-D787-57CC-4B10-F09532715B75}"/>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9" name="Text Placeholder 5">
            <a:extLst>
              <a:ext uri="{FF2B5EF4-FFF2-40B4-BE49-F238E27FC236}">
                <a16:creationId xmlns:a16="http://schemas.microsoft.com/office/drawing/2014/main" id="{FD6F8B2B-EBB5-CB17-4C07-237EAA5302C6}"/>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10" name="Text Placeholder 7">
            <a:extLst>
              <a:ext uri="{FF2B5EF4-FFF2-40B4-BE49-F238E27FC236}">
                <a16:creationId xmlns:a16="http://schemas.microsoft.com/office/drawing/2014/main" id="{6C13D045-AC7E-62E1-6E54-7989A193186E}"/>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CE9ADC3A-733E-B0C3-7E56-F3F1B58EF9C5}"/>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789427996"/>
      </p:ext>
    </p:extLst>
  </p:cSld>
  <p:clrMapOvr>
    <a:masterClrMapping/>
  </p:clrMapOvr>
  <p:transition>
    <p:fade/>
  </p:transition>
  <p:hf hd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itle, subtitle, 3 columns - Light Gray">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A63C211-FBF0-0771-BE99-47E7028BD228}"/>
              </a:ext>
            </a:extLst>
          </p:cNvPr>
          <p:cNvGraphicFramePr>
            <a:graphicFrameLocks noChangeAspect="1"/>
          </p:cNvGraphicFramePr>
          <p:nvPr>
            <p:custDataLst>
              <p:tags r:id="rId1"/>
            </p:custDataLst>
            <p:extLst>
              <p:ext uri="{D42A27DB-BD31-4B8C-83A1-F6EECF244321}">
                <p14:modId xmlns:p14="http://schemas.microsoft.com/office/powerpoint/2010/main" val="12759974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A63C211-FBF0-0771-BE99-47E7028BD22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3" name="Content Placeholder 3">
            <a:extLst>
              <a:ext uri="{FF2B5EF4-FFF2-40B4-BE49-F238E27FC236}">
                <a16:creationId xmlns:a16="http://schemas.microsoft.com/office/drawing/2014/main" id="{BFED540D-3BF1-4047-9D69-9C3EB9B94551}"/>
              </a:ext>
            </a:extLst>
          </p:cNvPr>
          <p:cNvSpPr>
            <a:spLocks noGrp="1"/>
          </p:cNvSpPr>
          <p:nvPr>
            <p:ph sz="quarter" idx="10" hasCustomPrompt="1"/>
          </p:nvPr>
        </p:nvSpPr>
        <p:spPr>
          <a:xfrm>
            <a:off x="457200" y="1680432"/>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Content Placeholder 3">
            <a:extLst>
              <a:ext uri="{FF2B5EF4-FFF2-40B4-BE49-F238E27FC236}">
                <a16:creationId xmlns:a16="http://schemas.microsoft.com/office/drawing/2014/main" id="{CF857E55-4828-A256-F67F-37E4E75E2297}"/>
              </a:ext>
            </a:extLst>
          </p:cNvPr>
          <p:cNvSpPr>
            <a:spLocks noGrp="1"/>
          </p:cNvSpPr>
          <p:nvPr>
            <p:ph sz="quarter" idx="17" hasCustomPrompt="1"/>
          </p:nvPr>
        </p:nvSpPr>
        <p:spPr>
          <a:xfrm>
            <a:off x="4322680" y="1680432"/>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Content Placeholder 3">
            <a:extLst>
              <a:ext uri="{FF2B5EF4-FFF2-40B4-BE49-F238E27FC236}">
                <a16:creationId xmlns:a16="http://schemas.microsoft.com/office/drawing/2014/main" id="{9495ED2B-E3BF-3456-BD7E-366BCEB61955}"/>
              </a:ext>
            </a:extLst>
          </p:cNvPr>
          <p:cNvSpPr>
            <a:spLocks noGrp="1"/>
          </p:cNvSpPr>
          <p:nvPr>
            <p:ph sz="quarter" idx="18" hasCustomPrompt="1"/>
          </p:nvPr>
        </p:nvSpPr>
        <p:spPr>
          <a:xfrm>
            <a:off x="8188160" y="1680432"/>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Rectangle 1">
            <a:extLst>
              <a:ext uri="{FF2B5EF4-FFF2-40B4-BE49-F238E27FC236}">
                <a16:creationId xmlns:a16="http://schemas.microsoft.com/office/drawing/2014/main" id="{D7ABC34C-6400-5284-175F-DCBC0FF4C458}"/>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4" name="Text Placeholder 5">
            <a:extLst>
              <a:ext uri="{FF2B5EF4-FFF2-40B4-BE49-F238E27FC236}">
                <a16:creationId xmlns:a16="http://schemas.microsoft.com/office/drawing/2014/main" id="{925E4855-50D5-167C-20FC-36634EF2A76F}"/>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9" name="Text Placeholder 7">
            <a:extLst>
              <a:ext uri="{FF2B5EF4-FFF2-40B4-BE49-F238E27FC236}">
                <a16:creationId xmlns:a16="http://schemas.microsoft.com/office/drawing/2014/main" id="{55FBAF71-9ABA-E5E3-92E4-D3B880CF48A7}"/>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3" name="Rectangle 2">
            <a:extLst>
              <a:ext uri="{FF2B5EF4-FFF2-40B4-BE49-F238E27FC236}">
                <a16:creationId xmlns:a16="http://schemas.microsoft.com/office/drawing/2014/main" id="{7129BAB5-7E18-7CA4-E491-CFBBC15D414C}"/>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2416093857"/>
      </p:ext>
    </p:extLst>
  </p:cSld>
  <p:clrMapOvr>
    <a:masterClrMapping/>
  </p:clrMapOvr>
  <p:transition>
    <p:fade/>
  </p:transition>
  <p:hf hd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le, subtitle, 4 columns - Light Gray">
    <p:bg>
      <p:bgPr>
        <a:solidFill>
          <a:schemeClr val="bg2"/>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C18030CB-8A1E-7879-CA68-10EA5C7AECBF}"/>
              </a:ext>
            </a:extLst>
          </p:cNvPr>
          <p:cNvGraphicFramePr>
            <a:graphicFrameLocks noChangeAspect="1"/>
          </p:cNvGraphicFramePr>
          <p:nvPr>
            <p:custDataLst>
              <p:tags r:id="rId1"/>
            </p:custDataLst>
            <p:extLst>
              <p:ext uri="{D42A27DB-BD31-4B8C-83A1-F6EECF244321}">
                <p14:modId xmlns:p14="http://schemas.microsoft.com/office/powerpoint/2010/main" val="29286007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9" name="think-cell data - do not delete" hidden="1">
                        <a:extLst>
                          <a:ext uri="{FF2B5EF4-FFF2-40B4-BE49-F238E27FC236}">
                            <a16:creationId xmlns:a16="http://schemas.microsoft.com/office/drawing/2014/main" id="{C18030CB-8A1E-7879-CA68-10EA5C7AECB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Content Placeholder 3">
            <a:extLst>
              <a:ext uri="{FF2B5EF4-FFF2-40B4-BE49-F238E27FC236}">
                <a16:creationId xmlns:a16="http://schemas.microsoft.com/office/drawing/2014/main" id="{593F994E-D5B3-4236-9E8D-771F764DB8E8}"/>
              </a:ext>
            </a:extLst>
          </p:cNvPr>
          <p:cNvSpPr>
            <a:spLocks noGrp="1"/>
          </p:cNvSpPr>
          <p:nvPr>
            <p:ph sz="quarter" idx="10" hasCustomPrompt="1"/>
          </p:nvPr>
        </p:nvSpPr>
        <p:spPr>
          <a:xfrm>
            <a:off x="457200"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Content Placeholder 3">
            <a:extLst>
              <a:ext uri="{FF2B5EF4-FFF2-40B4-BE49-F238E27FC236}">
                <a16:creationId xmlns:a16="http://schemas.microsoft.com/office/drawing/2014/main" id="{66C1C52B-7D74-06BE-C3B3-ED2F2596A87A}"/>
              </a:ext>
            </a:extLst>
          </p:cNvPr>
          <p:cNvSpPr>
            <a:spLocks noGrp="1"/>
          </p:cNvSpPr>
          <p:nvPr>
            <p:ph sz="quarter" idx="14" hasCustomPrompt="1"/>
          </p:nvPr>
        </p:nvSpPr>
        <p:spPr>
          <a:xfrm>
            <a:off x="3321552"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Content Placeholder 3">
            <a:extLst>
              <a:ext uri="{FF2B5EF4-FFF2-40B4-BE49-F238E27FC236}">
                <a16:creationId xmlns:a16="http://schemas.microsoft.com/office/drawing/2014/main" id="{6A683BB7-E6EB-C2E9-3FCA-D699A39C7127}"/>
              </a:ext>
            </a:extLst>
          </p:cNvPr>
          <p:cNvSpPr>
            <a:spLocks noGrp="1"/>
          </p:cNvSpPr>
          <p:nvPr>
            <p:ph sz="quarter" idx="15" hasCustomPrompt="1"/>
          </p:nvPr>
        </p:nvSpPr>
        <p:spPr>
          <a:xfrm>
            <a:off x="6185904"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6" name="Content Placeholder 3">
            <a:extLst>
              <a:ext uri="{FF2B5EF4-FFF2-40B4-BE49-F238E27FC236}">
                <a16:creationId xmlns:a16="http://schemas.microsoft.com/office/drawing/2014/main" id="{0D39A810-CF4D-8CC1-23AA-003EFA30A76F}"/>
              </a:ext>
            </a:extLst>
          </p:cNvPr>
          <p:cNvSpPr>
            <a:spLocks noGrp="1"/>
          </p:cNvSpPr>
          <p:nvPr>
            <p:ph sz="quarter" idx="16" hasCustomPrompt="1"/>
          </p:nvPr>
        </p:nvSpPr>
        <p:spPr>
          <a:xfrm>
            <a:off x="9050256"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3" name="Rectangle 2">
            <a:extLst>
              <a:ext uri="{FF2B5EF4-FFF2-40B4-BE49-F238E27FC236}">
                <a16:creationId xmlns:a16="http://schemas.microsoft.com/office/drawing/2014/main" id="{CB856A78-3545-9D7B-9B1D-9AE4F55FC8F3}"/>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7" name="Text Placeholder 5">
            <a:extLst>
              <a:ext uri="{FF2B5EF4-FFF2-40B4-BE49-F238E27FC236}">
                <a16:creationId xmlns:a16="http://schemas.microsoft.com/office/drawing/2014/main" id="{138E7C72-C010-DA66-DF7D-35A25DD79F92}"/>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10" name="Text Placeholder 7">
            <a:extLst>
              <a:ext uri="{FF2B5EF4-FFF2-40B4-BE49-F238E27FC236}">
                <a16:creationId xmlns:a16="http://schemas.microsoft.com/office/drawing/2014/main" id="{E208F306-D5E9-9F07-9D03-6822787DE5F8}"/>
              </a:ext>
            </a:extLst>
          </p:cNvPr>
          <p:cNvSpPr>
            <a:spLocks noGrp="1"/>
          </p:cNvSpPr>
          <p:nvPr>
            <p:ph type="body" sz="quarter" idx="28"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4E26C966-CA27-94D4-324B-5F76A1FC3EA0}"/>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3320630551"/>
      </p:ext>
    </p:extLst>
  </p:cSld>
  <p:clrMapOvr>
    <a:masterClrMapping/>
  </p:clrMapOvr>
  <p:transition>
    <p:fade/>
  </p:transition>
  <p:hf hd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eam profile - Light Gray">
    <p:bg>
      <p:bgPr>
        <a:solidFill>
          <a:schemeClr val="bg2"/>
        </a:solidFill>
        <a:effectLst/>
      </p:bgPr>
    </p:bg>
    <p:spTree>
      <p:nvGrpSpPr>
        <p:cNvPr id="1" name=""/>
        <p:cNvGrpSpPr/>
        <p:nvPr/>
      </p:nvGrpSpPr>
      <p:grpSpPr>
        <a:xfrm>
          <a:off x="0" y="0"/>
          <a:ext cx="0" cy="0"/>
          <a:chOff x="0" y="0"/>
          <a:chExt cx="0" cy="0"/>
        </a:xfrm>
      </p:grpSpPr>
      <p:graphicFrame>
        <p:nvGraphicFramePr>
          <p:cNvPr id="17" name="think-cell data - do not delete" hidden="1">
            <a:extLst>
              <a:ext uri="{FF2B5EF4-FFF2-40B4-BE49-F238E27FC236}">
                <a16:creationId xmlns:a16="http://schemas.microsoft.com/office/drawing/2014/main" id="{F484570F-AB85-4401-FAD0-3C8AAB53FCC5}"/>
              </a:ext>
            </a:extLst>
          </p:cNvPr>
          <p:cNvGraphicFramePr>
            <a:graphicFrameLocks noChangeAspect="1"/>
          </p:cNvGraphicFramePr>
          <p:nvPr>
            <p:custDataLst>
              <p:tags r:id="rId1"/>
            </p:custDataLst>
            <p:extLst>
              <p:ext uri="{D42A27DB-BD31-4B8C-83A1-F6EECF244321}">
                <p14:modId xmlns:p14="http://schemas.microsoft.com/office/powerpoint/2010/main" val="40889327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17" name="think-cell data - do not delete" hidden="1">
                        <a:extLst>
                          <a:ext uri="{FF2B5EF4-FFF2-40B4-BE49-F238E27FC236}">
                            <a16:creationId xmlns:a16="http://schemas.microsoft.com/office/drawing/2014/main" id="{F484570F-AB85-4401-FAD0-3C8AAB53FCC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Picture Placeholder 11">
            <a:extLst>
              <a:ext uri="{FF2B5EF4-FFF2-40B4-BE49-F238E27FC236}">
                <a16:creationId xmlns:a16="http://schemas.microsoft.com/office/drawing/2014/main" id="{0D8F34B8-DFAD-6DD7-E1A1-4572B7969DDD}"/>
              </a:ext>
            </a:extLst>
          </p:cNvPr>
          <p:cNvSpPr>
            <a:spLocks noGrp="1"/>
          </p:cNvSpPr>
          <p:nvPr>
            <p:ph type="pic" sz="quarter" idx="25"/>
          </p:nvPr>
        </p:nvSpPr>
        <p:spPr>
          <a:xfrm>
            <a:off x="457200" y="1880213"/>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3" name="Picture Placeholder 11">
            <a:extLst>
              <a:ext uri="{FF2B5EF4-FFF2-40B4-BE49-F238E27FC236}">
                <a16:creationId xmlns:a16="http://schemas.microsoft.com/office/drawing/2014/main" id="{90D3C277-40A7-31AF-87D8-848A84CDC70C}"/>
              </a:ext>
            </a:extLst>
          </p:cNvPr>
          <p:cNvSpPr>
            <a:spLocks noGrp="1"/>
          </p:cNvSpPr>
          <p:nvPr>
            <p:ph type="pic" sz="quarter" idx="27"/>
          </p:nvPr>
        </p:nvSpPr>
        <p:spPr>
          <a:xfrm>
            <a:off x="6249842" y="1880213"/>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4" name="Picture Placeholder 11">
            <a:extLst>
              <a:ext uri="{FF2B5EF4-FFF2-40B4-BE49-F238E27FC236}">
                <a16:creationId xmlns:a16="http://schemas.microsoft.com/office/drawing/2014/main" id="{6B0BFB5D-1E54-FF08-195B-949B6341E16B}"/>
              </a:ext>
            </a:extLst>
          </p:cNvPr>
          <p:cNvSpPr>
            <a:spLocks noGrp="1"/>
          </p:cNvSpPr>
          <p:nvPr>
            <p:ph type="pic" sz="quarter" idx="29"/>
          </p:nvPr>
        </p:nvSpPr>
        <p:spPr>
          <a:xfrm>
            <a:off x="457200" y="4256213"/>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5" name="Picture Placeholder 11">
            <a:extLst>
              <a:ext uri="{FF2B5EF4-FFF2-40B4-BE49-F238E27FC236}">
                <a16:creationId xmlns:a16="http://schemas.microsoft.com/office/drawing/2014/main" id="{B70C4541-64E0-0D36-F531-9180AEBAADAD}"/>
              </a:ext>
            </a:extLst>
          </p:cNvPr>
          <p:cNvSpPr>
            <a:spLocks noGrp="1"/>
          </p:cNvSpPr>
          <p:nvPr>
            <p:ph type="pic" sz="quarter" idx="31"/>
          </p:nvPr>
        </p:nvSpPr>
        <p:spPr>
          <a:xfrm>
            <a:off x="6256583" y="4256213"/>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6" name="Text Placeholder 12">
            <a:extLst>
              <a:ext uri="{FF2B5EF4-FFF2-40B4-BE49-F238E27FC236}">
                <a16:creationId xmlns:a16="http://schemas.microsoft.com/office/drawing/2014/main" id="{4FC28274-B484-ADCB-6FAD-CD816034B792}"/>
              </a:ext>
            </a:extLst>
          </p:cNvPr>
          <p:cNvSpPr>
            <a:spLocks noGrp="1"/>
          </p:cNvSpPr>
          <p:nvPr>
            <p:ph type="body" sz="quarter" idx="32" hasCustomPrompt="1"/>
          </p:nvPr>
        </p:nvSpPr>
        <p:spPr>
          <a:xfrm>
            <a:off x="2104052" y="1880213"/>
            <a:ext cx="3846100" cy="1944000"/>
          </a:xfrm>
        </p:spPr>
        <p:txBody>
          <a:bodyPr/>
          <a:lstStyle>
            <a:lvl1pPr>
              <a:spcBef>
                <a:spcPts val="200"/>
              </a:spcBef>
              <a:spcAft>
                <a:spcPts val="200"/>
              </a:spcAft>
              <a:defRPr sz="1200" b="0">
                <a:latin typeface="Aptos" panose="020B0004020202020204" pitchFamily="34" charset="0"/>
              </a:defRPr>
            </a:lvl1pPr>
            <a:lvl2pPr>
              <a:spcBef>
                <a:spcPts val="200"/>
              </a:spcBef>
              <a:spcAft>
                <a:spcPts val="200"/>
              </a:spcAft>
              <a:defRPr sz="1200" b="0">
                <a:latin typeface="Aptos" panose="020B0004020202020204" pitchFamily="34" charset="0"/>
              </a:defRPr>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7" name="Text Placeholder 12">
            <a:extLst>
              <a:ext uri="{FF2B5EF4-FFF2-40B4-BE49-F238E27FC236}">
                <a16:creationId xmlns:a16="http://schemas.microsoft.com/office/drawing/2014/main" id="{9D3FBE01-C9A4-F88D-C153-2816D6207A40}"/>
              </a:ext>
            </a:extLst>
          </p:cNvPr>
          <p:cNvSpPr>
            <a:spLocks noGrp="1"/>
          </p:cNvSpPr>
          <p:nvPr>
            <p:ph type="body" sz="quarter" idx="33" hasCustomPrompt="1"/>
          </p:nvPr>
        </p:nvSpPr>
        <p:spPr>
          <a:xfrm>
            <a:off x="7889188" y="1880213"/>
            <a:ext cx="3846100"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8" name="Text Placeholder 12">
            <a:extLst>
              <a:ext uri="{FF2B5EF4-FFF2-40B4-BE49-F238E27FC236}">
                <a16:creationId xmlns:a16="http://schemas.microsoft.com/office/drawing/2014/main" id="{7004DE48-1AC3-4F21-0968-B38909044342}"/>
              </a:ext>
            </a:extLst>
          </p:cNvPr>
          <p:cNvSpPr>
            <a:spLocks noGrp="1"/>
          </p:cNvSpPr>
          <p:nvPr>
            <p:ph type="body" sz="quarter" idx="34" hasCustomPrompt="1"/>
          </p:nvPr>
        </p:nvSpPr>
        <p:spPr>
          <a:xfrm>
            <a:off x="2104052" y="4256213"/>
            <a:ext cx="3849624"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9" name="Text Placeholder 12">
            <a:extLst>
              <a:ext uri="{FF2B5EF4-FFF2-40B4-BE49-F238E27FC236}">
                <a16:creationId xmlns:a16="http://schemas.microsoft.com/office/drawing/2014/main" id="{684A23D9-9F8C-5A70-1B87-0DD004B8D96E}"/>
              </a:ext>
            </a:extLst>
          </p:cNvPr>
          <p:cNvSpPr>
            <a:spLocks noGrp="1"/>
          </p:cNvSpPr>
          <p:nvPr>
            <p:ph type="body" sz="quarter" idx="35" hasCustomPrompt="1"/>
          </p:nvPr>
        </p:nvSpPr>
        <p:spPr>
          <a:xfrm>
            <a:off x="7886933" y="4256213"/>
            <a:ext cx="3848355"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10" name="Rectangle 9">
            <a:extLst>
              <a:ext uri="{FF2B5EF4-FFF2-40B4-BE49-F238E27FC236}">
                <a16:creationId xmlns:a16="http://schemas.microsoft.com/office/drawing/2014/main" id="{8B1455C2-E21F-06D2-DADD-7FD7A0C6A036}"/>
              </a:ext>
            </a:extLst>
          </p:cNvPr>
          <p:cNvSpPr/>
          <p:nvPr/>
        </p:nvSpPr>
        <p:spPr>
          <a:xfrm>
            <a:off x="6245352" y="1677307"/>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1" name="Rectangle 10">
            <a:extLst>
              <a:ext uri="{FF2B5EF4-FFF2-40B4-BE49-F238E27FC236}">
                <a16:creationId xmlns:a16="http://schemas.microsoft.com/office/drawing/2014/main" id="{96B116F3-3D63-C235-3E40-D7EA6B934CF2}"/>
              </a:ext>
            </a:extLst>
          </p:cNvPr>
          <p:cNvSpPr/>
          <p:nvPr/>
        </p:nvSpPr>
        <p:spPr>
          <a:xfrm>
            <a:off x="457200" y="1677307"/>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2" name="Rectangle 11">
            <a:extLst>
              <a:ext uri="{FF2B5EF4-FFF2-40B4-BE49-F238E27FC236}">
                <a16:creationId xmlns:a16="http://schemas.microsoft.com/office/drawing/2014/main" id="{4F46C436-A721-2D60-1AEA-13F0DD3A9223}"/>
              </a:ext>
            </a:extLst>
          </p:cNvPr>
          <p:cNvSpPr/>
          <p:nvPr/>
        </p:nvSpPr>
        <p:spPr>
          <a:xfrm>
            <a:off x="6245352" y="4044901"/>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3" name="Rectangle 12">
            <a:extLst>
              <a:ext uri="{FF2B5EF4-FFF2-40B4-BE49-F238E27FC236}">
                <a16:creationId xmlns:a16="http://schemas.microsoft.com/office/drawing/2014/main" id="{C62ED75E-FA16-E5BA-B5F1-A58E06F1A408}"/>
              </a:ext>
            </a:extLst>
          </p:cNvPr>
          <p:cNvSpPr/>
          <p:nvPr/>
        </p:nvSpPr>
        <p:spPr>
          <a:xfrm>
            <a:off x="457200" y="4044901"/>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6" name="Rectangle 15">
            <a:extLst>
              <a:ext uri="{FF2B5EF4-FFF2-40B4-BE49-F238E27FC236}">
                <a16:creationId xmlns:a16="http://schemas.microsoft.com/office/drawing/2014/main" id="{173C72F6-78BA-1C5C-0E41-3928DBA9B4D8}"/>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18" name="Text Placeholder 5">
            <a:extLst>
              <a:ext uri="{FF2B5EF4-FFF2-40B4-BE49-F238E27FC236}">
                <a16:creationId xmlns:a16="http://schemas.microsoft.com/office/drawing/2014/main" id="{1779F49E-3102-B8AE-3214-0E5933FEBBAA}"/>
              </a:ext>
            </a:extLst>
          </p:cNvPr>
          <p:cNvSpPr>
            <a:spLocks noGrp="1"/>
          </p:cNvSpPr>
          <p:nvPr>
            <p:ph type="body" sz="quarter" idx="36"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19" name="Text Placeholder 7">
            <a:extLst>
              <a:ext uri="{FF2B5EF4-FFF2-40B4-BE49-F238E27FC236}">
                <a16:creationId xmlns:a16="http://schemas.microsoft.com/office/drawing/2014/main" id="{736BED1F-8F10-CF1B-922C-6719E90171B7}"/>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4" name="Rectangle 13">
            <a:extLst>
              <a:ext uri="{FF2B5EF4-FFF2-40B4-BE49-F238E27FC236}">
                <a16:creationId xmlns:a16="http://schemas.microsoft.com/office/drawing/2014/main" id="{1174E6B2-A34D-D64D-6B7B-7A40DF2A7243}"/>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132591653"/>
      </p:ext>
    </p:extLst>
  </p:cSld>
  <p:clrMapOvr>
    <a:masterClrMapping/>
  </p:clrMapOvr>
  <p:transition>
    <p:fade/>
  </p:transition>
  <p:hf hd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Qualifications 2 x 1 - Light Gray">
    <p:bg>
      <p:bgPr>
        <a:solidFill>
          <a:schemeClr val="bg2"/>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7338C8E8-5CC7-2DA0-0253-B90F98C6FD31}"/>
              </a:ext>
            </a:extLst>
          </p:cNvPr>
          <p:cNvGraphicFramePr>
            <a:graphicFrameLocks noChangeAspect="1"/>
          </p:cNvGraphicFramePr>
          <p:nvPr>
            <p:custDataLst>
              <p:tags r:id="rId1"/>
            </p:custDataLst>
            <p:extLst>
              <p:ext uri="{D42A27DB-BD31-4B8C-83A1-F6EECF244321}">
                <p14:modId xmlns:p14="http://schemas.microsoft.com/office/powerpoint/2010/main" val="24647179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7" name="think-cell data - do not delete" hidden="1">
                        <a:extLst>
                          <a:ext uri="{FF2B5EF4-FFF2-40B4-BE49-F238E27FC236}">
                            <a16:creationId xmlns:a16="http://schemas.microsoft.com/office/drawing/2014/main" id="{7338C8E8-5CC7-2DA0-0253-B90F98C6FD3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Rectangle 11">
            <a:extLst>
              <a:ext uri="{FF2B5EF4-FFF2-40B4-BE49-F238E27FC236}">
                <a16:creationId xmlns:a16="http://schemas.microsoft.com/office/drawing/2014/main" id="{DD670E7F-2D5F-E74D-FF59-5BD6C5BC34F1}"/>
              </a:ext>
            </a:extLst>
          </p:cNvPr>
          <p:cNvSpPr/>
          <p:nvPr/>
        </p:nvSpPr>
        <p:spPr>
          <a:xfrm>
            <a:off x="6245352" y="1677307"/>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7" name="Rectangle 16">
            <a:extLst>
              <a:ext uri="{FF2B5EF4-FFF2-40B4-BE49-F238E27FC236}">
                <a16:creationId xmlns:a16="http://schemas.microsoft.com/office/drawing/2014/main" id="{0CD4E13F-35DC-E442-82C0-9B5EE61D2906}"/>
              </a:ext>
            </a:extLst>
          </p:cNvPr>
          <p:cNvSpPr/>
          <p:nvPr/>
        </p:nvSpPr>
        <p:spPr>
          <a:xfrm>
            <a:off x="457200" y="1677307"/>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20" name="Picture Placeholder 11">
            <a:extLst>
              <a:ext uri="{FF2B5EF4-FFF2-40B4-BE49-F238E27FC236}">
                <a16:creationId xmlns:a16="http://schemas.microsoft.com/office/drawing/2014/main" id="{32DA993B-B409-E5C0-E8A1-3920C08FA402}"/>
              </a:ext>
            </a:extLst>
          </p:cNvPr>
          <p:cNvSpPr>
            <a:spLocks noGrp="1"/>
          </p:cNvSpPr>
          <p:nvPr>
            <p:ph type="pic" sz="quarter" idx="28"/>
          </p:nvPr>
        </p:nvSpPr>
        <p:spPr>
          <a:xfrm>
            <a:off x="4476744" y="1883664"/>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21" name="Picture Placeholder 11">
            <a:extLst>
              <a:ext uri="{FF2B5EF4-FFF2-40B4-BE49-F238E27FC236}">
                <a16:creationId xmlns:a16="http://schemas.microsoft.com/office/drawing/2014/main" id="{9EA35630-FAAB-0992-9BD2-E2CF77317F5E}"/>
              </a:ext>
            </a:extLst>
          </p:cNvPr>
          <p:cNvSpPr>
            <a:spLocks noGrp="1"/>
          </p:cNvSpPr>
          <p:nvPr>
            <p:ph type="pic" sz="quarter" idx="29"/>
          </p:nvPr>
        </p:nvSpPr>
        <p:spPr>
          <a:xfrm>
            <a:off x="10258285" y="1883664"/>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4" name="Text Placeholder 12">
            <a:extLst>
              <a:ext uri="{FF2B5EF4-FFF2-40B4-BE49-F238E27FC236}">
                <a16:creationId xmlns:a16="http://schemas.microsoft.com/office/drawing/2014/main" id="{4A6BC76D-8B27-508E-2FA1-4B668FF32EE7}"/>
              </a:ext>
            </a:extLst>
          </p:cNvPr>
          <p:cNvSpPr>
            <a:spLocks noGrp="1"/>
          </p:cNvSpPr>
          <p:nvPr>
            <p:ph type="body" sz="quarter" idx="32" hasCustomPrompt="1"/>
          </p:nvPr>
        </p:nvSpPr>
        <p:spPr>
          <a:xfrm>
            <a:off x="457200" y="3498336"/>
            <a:ext cx="5495544" cy="1944000"/>
          </a:xfrm>
        </p:spPr>
        <p:txBody>
          <a:bodyPr/>
          <a:lstStyle>
            <a:lvl1pPr>
              <a:spcBef>
                <a:spcPts val="200"/>
              </a:spcBef>
              <a:spcAft>
                <a:spcPts val="200"/>
              </a:spcAft>
              <a:defRPr sz="1200" b="0"/>
            </a:lvl1pPr>
            <a:lvl2pPr>
              <a:spcBef>
                <a:spcPts val="200"/>
              </a:spcBef>
              <a:spcAft>
                <a:spcPts val="200"/>
              </a:spcAft>
              <a:defRPr sz="1200" b="0"/>
            </a:lvl2pPr>
            <a:lvl3pPr marL="365760">
              <a:defRPr/>
            </a:lvl3pPr>
            <a:lvl4pPr marL="548640" indent="-182880">
              <a:defRPr/>
            </a:lvl4pPr>
            <a:lvl5pPr marL="73152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5" name="Text Placeholder 12">
            <a:extLst>
              <a:ext uri="{FF2B5EF4-FFF2-40B4-BE49-F238E27FC236}">
                <a16:creationId xmlns:a16="http://schemas.microsoft.com/office/drawing/2014/main" id="{9C91076D-2B86-9AF3-18AC-3BF3B0940503}"/>
              </a:ext>
            </a:extLst>
          </p:cNvPr>
          <p:cNvSpPr>
            <a:spLocks noGrp="1"/>
          </p:cNvSpPr>
          <p:nvPr>
            <p:ph type="body" sz="quarter" idx="33" hasCustomPrompt="1"/>
          </p:nvPr>
        </p:nvSpPr>
        <p:spPr>
          <a:xfrm>
            <a:off x="6250493" y="3498336"/>
            <a:ext cx="5495544" cy="1944000"/>
          </a:xfrm>
        </p:spPr>
        <p:txBody>
          <a:bodyPr/>
          <a:lstStyle>
            <a:lvl1pPr>
              <a:spcBef>
                <a:spcPts val="200"/>
              </a:spcBef>
              <a:spcAft>
                <a:spcPts val="200"/>
              </a:spcAft>
              <a:defRPr sz="1200" b="0"/>
            </a:lvl1pPr>
            <a:lvl2pPr>
              <a:spcBef>
                <a:spcPts val="200"/>
              </a:spcBef>
              <a:spcAft>
                <a:spcPts val="200"/>
              </a:spcAft>
              <a:defRPr sz="1200" b="0"/>
            </a:lvl2pPr>
            <a:lvl3pPr marL="365760">
              <a:defRPr/>
            </a:lvl3pPr>
            <a:lvl4pPr marL="548640" indent="-182880">
              <a:defRPr/>
            </a:lvl4pPr>
            <a:lvl5pPr marL="73152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6" name="Text Placeholder 17">
            <a:extLst>
              <a:ext uri="{FF2B5EF4-FFF2-40B4-BE49-F238E27FC236}">
                <a16:creationId xmlns:a16="http://schemas.microsoft.com/office/drawing/2014/main" id="{189A445A-42B3-EBFA-8922-62959EFA0423}"/>
              </a:ext>
            </a:extLst>
          </p:cNvPr>
          <p:cNvSpPr>
            <a:spLocks noGrp="1"/>
          </p:cNvSpPr>
          <p:nvPr>
            <p:ph type="body" sz="quarter" idx="4294967295" hasCustomPrompt="1"/>
          </p:nvPr>
        </p:nvSpPr>
        <p:spPr>
          <a:xfrm>
            <a:off x="457200" y="1876425"/>
            <a:ext cx="3922713" cy="1482725"/>
          </a:xfrm>
        </p:spPr>
        <p:txBody>
          <a:body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dirty="0"/>
          </a:p>
        </p:txBody>
      </p:sp>
      <p:sp>
        <p:nvSpPr>
          <p:cNvPr id="8" name="Text Placeholder 17">
            <a:extLst>
              <a:ext uri="{FF2B5EF4-FFF2-40B4-BE49-F238E27FC236}">
                <a16:creationId xmlns:a16="http://schemas.microsoft.com/office/drawing/2014/main" id="{9AF1B057-ABA1-7B5A-87C8-FD35492C6CB7}"/>
              </a:ext>
            </a:extLst>
          </p:cNvPr>
          <p:cNvSpPr>
            <a:spLocks noGrp="1"/>
          </p:cNvSpPr>
          <p:nvPr>
            <p:ph type="body" sz="quarter" idx="4294967295" hasCustomPrompt="1"/>
          </p:nvPr>
        </p:nvSpPr>
        <p:spPr>
          <a:xfrm>
            <a:off x="6250493" y="1876425"/>
            <a:ext cx="3922713" cy="1482725"/>
          </a:xfrm>
        </p:spPr>
        <p:txBody>
          <a:body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dirty="0"/>
          </a:p>
        </p:txBody>
      </p:sp>
      <p:sp>
        <p:nvSpPr>
          <p:cNvPr id="9" name="Rectangle 8">
            <a:extLst>
              <a:ext uri="{FF2B5EF4-FFF2-40B4-BE49-F238E27FC236}">
                <a16:creationId xmlns:a16="http://schemas.microsoft.com/office/drawing/2014/main" id="{15713351-1050-58DB-B581-362137AA9D6A}"/>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10" name="Text Placeholder 5">
            <a:extLst>
              <a:ext uri="{FF2B5EF4-FFF2-40B4-BE49-F238E27FC236}">
                <a16:creationId xmlns:a16="http://schemas.microsoft.com/office/drawing/2014/main" id="{E3461D73-65A9-1349-DCD3-96DBD604FF11}"/>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11" name="Text Placeholder 7">
            <a:extLst>
              <a:ext uri="{FF2B5EF4-FFF2-40B4-BE49-F238E27FC236}">
                <a16:creationId xmlns:a16="http://schemas.microsoft.com/office/drawing/2014/main" id="{2306E346-2203-9121-093F-71FADAF07AD8}"/>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722385F7-0E68-136E-49BA-D113551EF594}"/>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2496914466"/>
      </p:ext>
    </p:extLst>
  </p:cSld>
  <p:clrMapOvr>
    <a:masterClrMapping/>
  </p:clrMapOvr>
  <p:transition>
    <p:fade/>
  </p:transition>
  <p:hf hd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itle Only - Pale Green">
    <p:bg>
      <p:bgPr>
        <a:solidFill>
          <a:schemeClr val="accent6"/>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A5F1E13-4418-598B-C074-12679788BEC1}"/>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7" name="Text Placeholder 5">
            <a:extLst>
              <a:ext uri="{FF2B5EF4-FFF2-40B4-BE49-F238E27FC236}">
                <a16:creationId xmlns:a16="http://schemas.microsoft.com/office/drawing/2014/main" id="{BA961EAC-1FA5-0FDD-A3C9-C201168F760F}"/>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8" name="Text Placeholder 7">
            <a:extLst>
              <a:ext uri="{FF2B5EF4-FFF2-40B4-BE49-F238E27FC236}">
                <a16:creationId xmlns:a16="http://schemas.microsoft.com/office/drawing/2014/main" id="{676FE64C-1B0D-9ED0-06EE-18AB27B1B814}"/>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A60BDCA0-170F-9CD6-736F-61D6DB7637DE}"/>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1663339171"/>
      </p:ext>
    </p:extLst>
  </p:cSld>
  <p:clrMapOvr>
    <a:masterClrMapping/>
  </p:clrMapOvr>
  <p:transition>
    <p:fade/>
  </p:transition>
  <p:hf hd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itle, subtitle - Pale Green">
    <p:bg>
      <p:bgPr>
        <a:solidFill>
          <a:schemeClr val="accent6"/>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FB05972C-4EB5-02E5-D3B3-796AF5ABC9A4}"/>
              </a:ext>
            </a:extLst>
          </p:cNvPr>
          <p:cNvGraphicFramePr>
            <a:graphicFrameLocks noChangeAspect="1"/>
          </p:cNvGraphicFramePr>
          <p:nvPr>
            <p:custDataLst>
              <p:tags r:id="rId1"/>
            </p:custDataLst>
            <p:extLst>
              <p:ext uri="{D42A27DB-BD31-4B8C-83A1-F6EECF244321}">
                <p14:modId xmlns:p14="http://schemas.microsoft.com/office/powerpoint/2010/main" val="31067857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3" name="think-cell data - do not delete" hidden="1">
                        <a:extLst>
                          <a:ext uri="{FF2B5EF4-FFF2-40B4-BE49-F238E27FC236}">
                            <a16:creationId xmlns:a16="http://schemas.microsoft.com/office/drawing/2014/main" id="{FB05972C-4EB5-02E5-D3B3-796AF5ABC9A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Rectangle 7">
            <a:extLst>
              <a:ext uri="{FF2B5EF4-FFF2-40B4-BE49-F238E27FC236}">
                <a16:creationId xmlns:a16="http://schemas.microsoft.com/office/drawing/2014/main" id="{DD6240FD-6CE9-5B73-7D7B-7F60C832531D}"/>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9" name="Text Placeholder 5">
            <a:extLst>
              <a:ext uri="{FF2B5EF4-FFF2-40B4-BE49-F238E27FC236}">
                <a16:creationId xmlns:a16="http://schemas.microsoft.com/office/drawing/2014/main" id="{D61B36F7-4D66-A541-48A9-D4104A28F22E}"/>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10" name="Text Placeholder 7">
            <a:extLst>
              <a:ext uri="{FF2B5EF4-FFF2-40B4-BE49-F238E27FC236}">
                <a16:creationId xmlns:a16="http://schemas.microsoft.com/office/drawing/2014/main" id="{458DE312-1DB6-6A86-31A5-4DD91F4D295D}"/>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92C8AFF7-A1A4-8B8F-9682-D1150A2584EC}"/>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732568280"/>
      </p:ext>
    </p:extLst>
  </p:cSld>
  <p:clrMapOvr>
    <a:masterClrMapping/>
  </p:clrMapOvr>
  <p:transition>
    <p:fade/>
  </p:transition>
  <p:hf hd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itle, subtitle, 1 column - Pale Green">
    <p:bg>
      <p:bgPr>
        <a:solidFill>
          <a:schemeClr val="accent6"/>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CF85DDA7-785E-780B-BC9A-4216E2C1F393}"/>
              </a:ext>
            </a:extLst>
          </p:cNvPr>
          <p:cNvGraphicFramePr>
            <a:graphicFrameLocks noChangeAspect="1"/>
          </p:cNvGraphicFramePr>
          <p:nvPr>
            <p:custDataLst>
              <p:tags r:id="rId1"/>
            </p:custDataLst>
            <p:extLst>
              <p:ext uri="{D42A27DB-BD31-4B8C-83A1-F6EECF244321}">
                <p14:modId xmlns:p14="http://schemas.microsoft.com/office/powerpoint/2010/main" val="38184765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3" name="think-cell data - do not delete" hidden="1">
                        <a:extLst>
                          <a:ext uri="{FF2B5EF4-FFF2-40B4-BE49-F238E27FC236}">
                            <a16:creationId xmlns:a16="http://schemas.microsoft.com/office/drawing/2014/main" id="{CF85DDA7-785E-780B-BC9A-4216E2C1F39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ext Placeholder 18">
            <a:extLst>
              <a:ext uri="{FF2B5EF4-FFF2-40B4-BE49-F238E27FC236}">
                <a16:creationId xmlns:a16="http://schemas.microsoft.com/office/drawing/2014/main" id="{7A91D16B-BB64-A40E-E0AF-EBC7EE7F2F08}"/>
              </a:ext>
            </a:extLst>
          </p:cNvPr>
          <p:cNvSpPr>
            <a:spLocks noGrp="1"/>
          </p:cNvSpPr>
          <p:nvPr>
            <p:ph idx="1" hasCustomPrompt="1"/>
          </p:nvPr>
        </p:nvSpPr>
        <p:spPr>
          <a:xfrm>
            <a:off x="457200" y="1682496"/>
            <a:ext cx="11274552" cy="4680204"/>
          </a:xfrm>
          <a:prstGeom prst="rect">
            <a:avLst/>
          </a:prstGeom>
        </p:spPr>
        <p:txBody>
          <a:bodyPr vert="horz" lIns="0" tIns="0" rIns="0" bIns="0" rtlCol="0">
            <a:noAutofit/>
          </a:bodyPr>
          <a:lstStyle>
            <a:lvl1pPr>
              <a:spcBef>
                <a:spcPts val="200"/>
              </a:spcBef>
              <a:spcAft>
                <a:spcPts val="200"/>
              </a:spcAft>
              <a:defRPr>
                <a:latin typeface="Aptos" panose="020B0004020202020204" pitchFamily="34" charset="0"/>
              </a:defRPr>
            </a:lvl1pPr>
            <a:lvl2pPr>
              <a:spcBef>
                <a:spcPts val="200"/>
              </a:spcBef>
              <a:spcAft>
                <a:spcPts val="200"/>
              </a:spcAft>
              <a:defRPr>
                <a:latin typeface="Aptos" panose="020B0004020202020204" pitchFamily="34" charset="0"/>
              </a:defRPr>
            </a:lvl2pPr>
            <a:lvl3pPr marL="365760">
              <a:spcBef>
                <a:spcPts val="200"/>
              </a:spcBef>
              <a:spcAft>
                <a:spcPts val="200"/>
              </a:spcAft>
              <a:defRPr>
                <a:latin typeface="Aptos" panose="020B0004020202020204" pitchFamily="34" charset="0"/>
              </a:defRPr>
            </a:lvl3pPr>
            <a:lvl4pPr marL="548640" indent="-182880">
              <a:spcBef>
                <a:spcPts val="200"/>
              </a:spcBef>
              <a:spcAft>
                <a:spcPts val="200"/>
              </a:spcAft>
              <a:defRPr>
                <a:latin typeface="Aptos" panose="020B0004020202020204" pitchFamily="34" charset="0"/>
              </a:defRPr>
            </a:lvl4pPr>
            <a:lvl5pPr marL="731520">
              <a:spcBef>
                <a:spcPts val="200"/>
              </a:spcBef>
              <a:spcAft>
                <a:spcPts val="200"/>
              </a:spcAft>
              <a:defRPr>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9" name="Rectangle 8">
            <a:extLst>
              <a:ext uri="{FF2B5EF4-FFF2-40B4-BE49-F238E27FC236}">
                <a16:creationId xmlns:a16="http://schemas.microsoft.com/office/drawing/2014/main" id="{F19198A8-E422-E08B-1999-D575365416BF}"/>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10" name="Text Placeholder 5">
            <a:extLst>
              <a:ext uri="{FF2B5EF4-FFF2-40B4-BE49-F238E27FC236}">
                <a16:creationId xmlns:a16="http://schemas.microsoft.com/office/drawing/2014/main" id="{72CE27D6-13F3-7804-83B8-3812226E3D11}"/>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11" name="Text Placeholder 7">
            <a:extLst>
              <a:ext uri="{FF2B5EF4-FFF2-40B4-BE49-F238E27FC236}">
                <a16:creationId xmlns:a16="http://schemas.microsoft.com/office/drawing/2014/main" id="{9B822AB7-E232-4B55-B95C-CA9751788E58}"/>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49F98E4A-3C3F-467B-D987-D07B2DB9C93B}"/>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3136727070"/>
      </p:ext>
    </p:extLst>
  </p:cSld>
  <p:clrMapOvr>
    <a:masterClrMapping/>
  </p:clrMapOvr>
  <p:transition>
    <p:fade/>
  </p:transition>
  <p:hf hdr="0" dt="0"/>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itle, subtitle, 2 columns - Pale Green">
    <p:bg>
      <p:bgPr>
        <a:solidFill>
          <a:schemeClr val="accent6"/>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54AD4D43-3315-8098-AB60-0D1E2B6691F1}"/>
              </a:ext>
            </a:extLst>
          </p:cNvPr>
          <p:cNvGraphicFramePr>
            <a:graphicFrameLocks noChangeAspect="1"/>
          </p:cNvGraphicFramePr>
          <p:nvPr>
            <p:custDataLst>
              <p:tags r:id="rId1"/>
            </p:custDataLst>
            <p:extLst>
              <p:ext uri="{D42A27DB-BD31-4B8C-83A1-F6EECF244321}">
                <p14:modId xmlns:p14="http://schemas.microsoft.com/office/powerpoint/2010/main" val="8703564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5" name="think-cell data - do not delete" hidden="1">
                        <a:extLst>
                          <a:ext uri="{FF2B5EF4-FFF2-40B4-BE49-F238E27FC236}">
                            <a16:creationId xmlns:a16="http://schemas.microsoft.com/office/drawing/2014/main" id="{54AD4D43-3315-8098-AB60-0D1E2B6691F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Content Placeholder 3"/>
          <p:cNvSpPr>
            <a:spLocks noGrp="1"/>
          </p:cNvSpPr>
          <p:nvPr>
            <p:ph sz="quarter" idx="10" hasCustomPrompt="1"/>
          </p:nvPr>
        </p:nvSpPr>
        <p:spPr>
          <a:xfrm>
            <a:off x="457200" y="1678966"/>
            <a:ext cx="5486400"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5" name="Content Placeholder 3"/>
          <p:cNvSpPr>
            <a:spLocks noGrp="1"/>
          </p:cNvSpPr>
          <p:nvPr>
            <p:ph sz="quarter" idx="20" hasCustomPrompt="1"/>
          </p:nvPr>
        </p:nvSpPr>
        <p:spPr>
          <a:xfrm>
            <a:off x="6250845" y="1678966"/>
            <a:ext cx="5495544" cy="4681728"/>
          </a:xfrm>
          <a:prstGeom prst="rect">
            <a:avLst/>
          </a:prstGeom>
        </p:spPr>
        <p:txBody>
          <a:bodyPr>
            <a:noAutofit/>
          </a:bodyPr>
          <a:lstStyle>
            <a:lvl1pPr marL="0" indent="0" algn="l">
              <a:spcBef>
                <a:spcPts val="200"/>
              </a:spcBef>
              <a:spcAft>
                <a:spcPts val="200"/>
              </a:spcAft>
              <a:buFontTx/>
              <a:buNone/>
              <a:tabLst>
                <a:tab pos="3771900" algn="r"/>
              </a:tabLst>
              <a:defRPr sz="1200"/>
            </a:lvl1pPr>
            <a:lvl2pPr marL="180975" indent="-180975" algn="l">
              <a:spcBef>
                <a:spcPts val="200"/>
              </a:spcBef>
              <a:spcAft>
                <a:spcPts val="200"/>
              </a:spcAft>
              <a:buClrTx/>
              <a:buSzPct val="100000"/>
              <a:buFont typeface="Arial" panose="020B0604020202020204" pitchFamily="34" charset="0"/>
              <a:buChar char="•"/>
              <a:tabLst>
                <a:tab pos="3771900" algn="r"/>
              </a:tabLst>
              <a:defRPr sz="1200"/>
            </a:lvl2pPr>
            <a:lvl3pPr marL="365760" indent="-179388" algn="l">
              <a:spcBef>
                <a:spcPts val="200"/>
              </a:spcBef>
              <a:spcAft>
                <a:spcPts val="200"/>
              </a:spcAft>
              <a:buClrTx/>
              <a:buSzPct val="100000"/>
              <a:buFont typeface="Arial" panose="020B0604020202020204" pitchFamily="34" charset="0"/>
              <a:buChar char="−"/>
              <a:tabLst>
                <a:tab pos="3771900" algn="r"/>
              </a:tabLst>
              <a:defRPr sz="1200"/>
            </a:lvl3pPr>
            <a:lvl4pPr marL="548640" indent="-182880" algn="l">
              <a:spcBef>
                <a:spcPts val="200"/>
              </a:spcBef>
              <a:spcAft>
                <a:spcPts val="200"/>
              </a:spcAft>
              <a:buClrTx/>
              <a:buSzPct val="100000"/>
              <a:buFont typeface="Arial" panose="020B0604020202020204" pitchFamily="34" charset="0"/>
              <a:buChar char="◦"/>
              <a:tabLst>
                <a:tab pos="3771900" algn="r"/>
              </a:tabLst>
              <a:defRPr sz="1200"/>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8" name="Rectangle 7">
            <a:extLst>
              <a:ext uri="{FF2B5EF4-FFF2-40B4-BE49-F238E27FC236}">
                <a16:creationId xmlns:a16="http://schemas.microsoft.com/office/drawing/2014/main" id="{BAFB8886-D787-57CC-4B10-F09532715B75}"/>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9" name="Text Placeholder 5">
            <a:extLst>
              <a:ext uri="{FF2B5EF4-FFF2-40B4-BE49-F238E27FC236}">
                <a16:creationId xmlns:a16="http://schemas.microsoft.com/office/drawing/2014/main" id="{FD6F8B2B-EBB5-CB17-4C07-237EAA5302C6}"/>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10" name="Text Placeholder 7">
            <a:extLst>
              <a:ext uri="{FF2B5EF4-FFF2-40B4-BE49-F238E27FC236}">
                <a16:creationId xmlns:a16="http://schemas.microsoft.com/office/drawing/2014/main" id="{6C13D045-AC7E-62E1-6E54-7989A193186E}"/>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CE9ADC3A-733E-B0C3-7E56-F3F1B58EF9C5}"/>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535402337"/>
      </p:ext>
    </p:extLst>
  </p:cSld>
  <p:clrMapOvr>
    <a:masterClrMapping/>
  </p:clrMapOvr>
  <p:transition>
    <p:fade/>
  </p:transition>
  <p:hf hdr="0" dt="0"/>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itle, subtitle, 3 columns - Pale Green">
    <p:bg>
      <p:bgPr>
        <a:solidFill>
          <a:schemeClr val="accent6"/>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A63C211-FBF0-0771-BE99-47E7028BD228}"/>
              </a:ext>
            </a:extLst>
          </p:cNvPr>
          <p:cNvGraphicFramePr>
            <a:graphicFrameLocks noChangeAspect="1"/>
          </p:cNvGraphicFramePr>
          <p:nvPr>
            <p:custDataLst>
              <p:tags r:id="rId1"/>
            </p:custDataLst>
            <p:extLst>
              <p:ext uri="{D42A27DB-BD31-4B8C-83A1-F6EECF244321}">
                <p14:modId xmlns:p14="http://schemas.microsoft.com/office/powerpoint/2010/main" val="12759974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A63C211-FBF0-0771-BE99-47E7028BD22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3" name="Content Placeholder 3">
            <a:extLst>
              <a:ext uri="{FF2B5EF4-FFF2-40B4-BE49-F238E27FC236}">
                <a16:creationId xmlns:a16="http://schemas.microsoft.com/office/drawing/2014/main" id="{BFED540D-3BF1-4047-9D69-9C3EB9B94551}"/>
              </a:ext>
            </a:extLst>
          </p:cNvPr>
          <p:cNvSpPr>
            <a:spLocks noGrp="1"/>
          </p:cNvSpPr>
          <p:nvPr>
            <p:ph sz="quarter" idx="10" hasCustomPrompt="1"/>
          </p:nvPr>
        </p:nvSpPr>
        <p:spPr>
          <a:xfrm>
            <a:off x="457200" y="1680432"/>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Content Placeholder 3">
            <a:extLst>
              <a:ext uri="{FF2B5EF4-FFF2-40B4-BE49-F238E27FC236}">
                <a16:creationId xmlns:a16="http://schemas.microsoft.com/office/drawing/2014/main" id="{CF857E55-4828-A256-F67F-37E4E75E2297}"/>
              </a:ext>
            </a:extLst>
          </p:cNvPr>
          <p:cNvSpPr>
            <a:spLocks noGrp="1"/>
          </p:cNvSpPr>
          <p:nvPr>
            <p:ph sz="quarter" idx="17" hasCustomPrompt="1"/>
          </p:nvPr>
        </p:nvSpPr>
        <p:spPr>
          <a:xfrm>
            <a:off x="4322680" y="1680432"/>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Content Placeholder 3">
            <a:extLst>
              <a:ext uri="{FF2B5EF4-FFF2-40B4-BE49-F238E27FC236}">
                <a16:creationId xmlns:a16="http://schemas.microsoft.com/office/drawing/2014/main" id="{9495ED2B-E3BF-3456-BD7E-366BCEB61955}"/>
              </a:ext>
            </a:extLst>
          </p:cNvPr>
          <p:cNvSpPr>
            <a:spLocks noGrp="1"/>
          </p:cNvSpPr>
          <p:nvPr>
            <p:ph sz="quarter" idx="18" hasCustomPrompt="1"/>
          </p:nvPr>
        </p:nvSpPr>
        <p:spPr>
          <a:xfrm>
            <a:off x="8188160" y="1680432"/>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Rectangle 1">
            <a:extLst>
              <a:ext uri="{FF2B5EF4-FFF2-40B4-BE49-F238E27FC236}">
                <a16:creationId xmlns:a16="http://schemas.microsoft.com/office/drawing/2014/main" id="{D7ABC34C-6400-5284-175F-DCBC0FF4C458}"/>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4" name="Text Placeholder 5">
            <a:extLst>
              <a:ext uri="{FF2B5EF4-FFF2-40B4-BE49-F238E27FC236}">
                <a16:creationId xmlns:a16="http://schemas.microsoft.com/office/drawing/2014/main" id="{925E4855-50D5-167C-20FC-36634EF2A76F}"/>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9" name="Text Placeholder 7">
            <a:extLst>
              <a:ext uri="{FF2B5EF4-FFF2-40B4-BE49-F238E27FC236}">
                <a16:creationId xmlns:a16="http://schemas.microsoft.com/office/drawing/2014/main" id="{55FBAF71-9ABA-E5E3-92E4-D3B880CF48A7}"/>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3" name="Rectangle 2">
            <a:extLst>
              <a:ext uri="{FF2B5EF4-FFF2-40B4-BE49-F238E27FC236}">
                <a16:creationId xmlns:a16="http://schemas.microsoft.com/office/drawing/2014/main" id="{7129BAB5-7E18-7CA4-E491-CFBBC15D414C}"/>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3257648513"/>
      </p:ext>
    </p:extLst>
  </p:cSld>
  <p:clrMapOvr>
    <a:masterClrMapping/>
  </p:clrMapOvr>
  <p:transition>
    <p:fade/>
  </p:transition>
  <p:hf hdr="0" dt="0"/>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itle, subtitle, 4 columns - Pale Green">
    <p:bg>
      <p:bgPr>
        <a:solidFill>
          <a:schemeClr val="accent6"/>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C18030CB-8A1E-7879-CA68-10EA5C7AECBF}"/>
              </a:ext>
            </a:extLst>
          </p:cNvPr>
          <p:cNvGraphicFramePr>
            <a:graphicFrameLocks noChangeAspect="1"/>
          </p:cNvGraphicFramePr>
          <p:nvPr>
            <p:custDataLst>
              <p:tags r:id="rId1"/>
            </p:custDataLst>
            <p:extLst>
              <p:ext uri="{D42A27DB-BD31-4B8C-83A1-F6EECF244321}">
                <p14:modId xmlns:p14="http://schemas.microsoft.com/office/powerpoint/2010/main" val="29286007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9" name="think-cell data - do not delete" hidden="1">
                        <a:extLst>
                          <a:ext uri="{FF2B5EF4-FFF2-40B4-BE49-F238E27FC236}">
                            <a16:creationId xmlns:a16="http://schemas.microsoft.com/office/drawing/2014/main" id="{C18030CB-8A1E-7879-CA68-10EA5C7AECB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Content Placeholder 3">
            <a:extLst>
              <a:ext uri="{FF2B5EF4-FFF2-40B4-BE49-F238E27FC236}">
                <a16:creationId xmlns:a16="http://schemas.microsoft.com/office/drawing/2014/main" id="{593F994E-D5B3-4236-9E8D-771F764DB8E8}"/>
              </a:ext>
            </a:extLst>
          </p:cNvPr>
          <p:cNvSpPr>
            <a:spLocks noGrp="1"/>
          </p:cNvSpPr>
          <p:nvPr>
            <p:ph sz="quarter" idx="10" hasCustomPrompt="1"/>
          </p:nvPr>
        </p:nvSpPr>
        <p:spPr>
          <a:xfrm>
            <a:off x="457200"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Content Placeholder 3">
            <a:extLst>
              <a:ext uri="{FF2B5EF4-FFF2-40B4-BE49-F238E27FC236}">
                <a16:creationId xmlns:a16="http://schemas.microsoft.com/office/drawing/2014/main" id="{66C1C52B-7D74-06BE-C3B3-ED2F2596A87A}"/>
              </a:ext>
            </a:extLst>
          </p:cNvPr>
          <p:cNvSpPr>
            <a:spLocks noGrp="1"/>
          </p:cNvSpPr>
          <p:nvPr>
            <p:ph sz="quarter" idx="14" hasCustomPrompt="1"/>
          </p:nvPr>
        </p:nvSpPr>
        <p:spPr>
          <a:xfrm>
            <a:off x="3321552"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Content Placeholder 3">
            <a:extLst>
              <a:ext uri="{FF2B5EF4-FFF2-40B4-BE49-F238E27FC236}">
                <a16:creationId xmlns:a16="http://schemas.microsoft.com/office/drawing/2014/main" id="{6A683BB7-E6EB-C2E9-3FCA-D699A39C7127}"/>
              </a:ext>
            </a:extLst>
          </p:cNvPr>
          <p:cNvSpPr>
            <a:spLocks noGrp="1"/>
          </p:cNvSpPr>
          <p:nvPr>
            <p:ph sz="quarter" idx="15" hasCustomPrompt="1"/>
          </p:nvPr>
        </p:nvSpPr>
        <p:spPr>
          <a:xfrm>
            <a:off x="6185904"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6" name="Content Placeholder 3">
            <a:extLst>
              <a:ext uri="{FF2B5EF4-FFF2-40B4-BE49-F238E27FC236}">
                <a16:creationId xmlns:a16="http://schemas.microsoft.com/office/drawing/2014/main" id="{0D39A810-CF4D-8CC1-23AA-003EFA30A76F}"/>
              </a:ext>
            </a:extLst>
          </p:cNvPr>
          <p:cNvSpPr>
            <a:spLocks noGrp="1"/>
          </p:cNvSpPr>
          <p:nvPr>
            <p:ph sz="quarter" idx="16" hasCustomPrompt="1"/>
          </p:nvPr>
        </p:nvSpPr>
        <p:spPr>
          <a:xfrm>
            <a:off x="9050256"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3" name="Rectangle 2">
            <a:extLst>
              <a:ext uri="{FF2B5EF4-FFF2-40B4-BE49-F238E27FC236}">
                <a16:creationId xmlns:a16="http://schemas.microsoft.com/office/drawing/2014/main" id="{CB856A78-3545-9D7B-9B1D-9AE4F55FC8F3}"/>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7" name="Text Placeholder 5">
            <a:extLst>
              <a:ext uri="{FF2B5EF4-FFF2-40B4-BE49-F238E27FC236}">
                <a16:creationId xmlns:a16="http://schemas.microsoft.com/office/drawing/2014/main" id="{138E7C72-C010-DA66-DF7D-35A25DD79F92}"/>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10" name="Text Placeholder 7">
            <a:extLst>
              <a:ext uri="{FF2B5EF4-FFF2-40B4-BE49-F238E27FC236}">
                <a16:creationId xmlns:a16="http://schemas.microsoft.com/office/drawing/2014/main" id="{E208F306-D5E9-9F07-9D03-6822787DE5F8}"/>
              </a:ext>
            </a:extLst>
          </p:cNvPr>
          <p:cNvSpPr>
            <a:spLocks noGrp="1"/>
          </p:cNvSpPr>
          <p:nvPr>
            <p:ph type="body" sz="quarter" idx="28"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4E26C966-CA27-94D4-324B-5F76A1FC3EA0}"/>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1602867221"/>
      </p:ext>
    </p:extLst>
  </p:cSld>
  <p:clrMapOvr>
    <a:masterClrMapping/>
  </p:clrMapOvr>
  <p:transition>
    <p:fade/>
  </p:transition>
  <p:hf hdr="0" dt="0"/>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eam profile - Pale Green">
    <p:bg>
      <p:bgPr>
        <a:solidFill>
          <a:schemeClr val="accent6"/>
        </a:solidFill>
        <a:effectLst/>
      </p:bgPr>
    </p:bg>
    <p:spTree>
      <p:nvGrpSpPr>
        <p:cNvPr id="1" name=""/>
        <p:cNvGrpSpPr/>
        <p:nvPr/>
      </p:nvGrpSpPr>
      <p:grpSpPr>
        <a:xfrm>
          <a:off x="0" y="0"/>
          <a:ext cx="0" cy="0"/>
          <a:chOff x="0" y="0"/>
          <a:chExt cx="0" cy="0"/>
        </a:xfrm>
      </p:grpSpPr>
      <p:graphicFrame>
        <p:nvGraphicFramePr>
          <p:cNvPr id="17" name="think-cell data - do not delete" hidden="1">
            <a:extLst>
              <a:ext uri="{FF2B5EF4-FFF2-40B4-BE49-F238E27FC236}">
                <a16:creationId xmlns:a16="http://schemas.microsoft.com/office/drawing/2014/main" id="{F484570F-AB85-4401-FAD0-3C8AAB53FCC5}"/>
              </a:ext>
            </a:extLst>
          </p:cNvPr>
          <p:cNvGraphicFramePr>
            <a:graphicFrameLocks noChangeAspect="1"/>
          </p:cNvGraphicFramePr>
          <p:nvPr>
            <p:custDataLst>
              <p:tags r:id="rId1"/>
            </p:custDataLst>
            <p:extLst>
              <p:ext uri="{D42A27DB-BD31-4B8C-83A1-F6EECF244321}">
                <p14:modId xmlns:p14="http://schemas.microsoft.com/office/powerpoint/2010/main" val="40889327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17" name="think-cell data - do not delete" hidden="1">
                        <a:extLst>
                          <a:ext uri="{FF2B5EF4-FFF2-40B4-BE49-F238E27FC236}">
                            <a16:creationId xmlns:a16="http://schemas.microsoft.com/office/drawing/2014/main" id="{F484570F-AB85-4401-FAD0-3C8AAB53FCC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Picture Placeholder 11">
            <a:extLst>
              <a:ext uri="{FF2B5EF4-FFF2-40B4-BE49-F238E27FC236}">
                <a16:creationId xmlns:a16="http://schemas.microsoft.com/office/drawing/2014/main" id="{0D8F34B8-DFAD-6DD7-E1A1-4572B7969DDD}"/>
              </a:ext>
            </a:extLst>
          </p:cNvPr>
          <p:cNvSpPr>
            <a:spLocks noGrp="1"/>
          </p:cNvSpPr>
          <p:nvPr>
            <p:ph type="pic" sz="quarter" idx="25"/>
          </p:nvPr>
        </p:nvSpPr>
        <p:spPr>
          <a:xfrm>
            <a:off x="457200" y="1880213"/>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3" name="Picture Placeholder 11">
            <a:extLst>
              <a:ext uri="{FF2B5EF4-FFF2-40B4-BE49-F238E27FC236}">
                <a16:creationId xmlns:a16="http://schemas.microsoft.com/office/drawing/2014/main" id="{90D3C277-40A7-31AF-87D8-848A84CDC70C}"/>
              </a:ext>
            </a:extLst>
          </p:cNvPr>
          <p:cNvSpPr>
            <a:spLocks noGrp="1"/>
          </p:cNvSpPr>
          <p:nvPr>
            <p:ph type="pic" sz="quarter" idx="27"/>
          </p:nvPr>
        </p:nvSpPr>
        <p:spPr>
          <a:xfrm>
            <a:off x="6249842" y="1880213"/>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4" name="Picture Placeholder 11">
            <a:extLst>
              <a:ext uri="{FF2B5EF4-FFF2-40B4-BE49-F238E27FC236}">
                <a16:creationId xmlns:a16="http://schemas.microsoft.com/office/drawing/2014/main" id="{6B0BFB5D-1E54-FF08-195B-949B6341E16B}"/>
              </a:ext>
            </a:extLst>
          </p:cNvPr>
          <p:cNvSpPr>
            <a:spLocks noGrp="1"/>
          </p:cNvSpPr>
          <p:nvPr>
            <p:ph type="pic" sz="quarter" idx="29"/>
          </p:nvPr>
        </p:nvSpPr>
        <p:spPr>
          <a:xfrm>
            <a:off x="457200" y="4256213"/>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5" name="Picture Placeholder 11">
            <a:extLst>
              <a:ext uri="{FF2B5EF4-FFF2-40B4-BE49-F238E27FC236}">
                <a16:creationId xmlns:a16="http://schemas.microsoft.com/office/drawing/2014/main" id="{B70C4541-64E0-0D36-F531-9180AEBAADAD}"/>
              </a:ext>
            </a:extLst>
          </p:cNvPr>
          <p:cNvSpPr>
            <a:spLocks noGrp="1"/>
          </p:cNvSpPr>
          <p:nvPr>
            <p:ph type="pic" sz="quarter" idx="31"/>
          </p:nvPr>
        </p:nvSpPr>
        <p:spPr>
          <a:xfrm>
            <a:off x="6256583" y="4256213"/>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6" name="Text Placeholder 12">
            <a:extLst>
              <a:ext uri="{FF2B5EF4-FFF2-40B4-BE49-F238E27FC236}">
                <a16:creationId xmlns:a16="http://schemas.microsoft.com/office/drawing/2014/main" id="{4FC28274-B484-ADCB-6FAD-CD816034B792}"/>
              </a:ext>
            </a:extLst>
          </p:cNvPr>
          <p:cNvSpPr>
            <a:spLocks noGrp="1"/>
          </p:cNvSpPr>
          <p:nvPr>
            <p:ph type="body" sz="quarter" idx="32" hasCustomPrompt="1"/>
          </p:nvPr>
        </p:nvSpPr>
        <p:spPr>
          <a:xfrm>
            <a:off x="2104052" y="1880213"/>
            <a:ext cx="3846100" cy="1944000"/>
          </a:xfrm>
        </p:spPr>
        <p:txBody>
          <a:bodyPr/>
          <a:lstStyle>
            <a:lvl1pPr>
              <a:spcBef>
                <a:spcPts val="200"/>
              </a:spcBef>
              <a:spcAft>
                <a:spcPts val="200"/>
              </a:spcAft>
              <a:defRPr sz="1200" b="0">
                <a:latin typeface="Aptos" panose="020B0004020202020204" pitchFamily="34" charset="0"/>
              </a:defRPr>
            </a:lvl1pPr>
            <a:lvl2pPr>
              <a:spcBef>
                <a:spcPts val="200"/>
              </a:spcBef>
              <a:spcAft>
                <a:spcPts val="200"/>
              </a:spcAft>
              <a:defRPr sz="1200" b="0">
                <a:latin typeface="Aptos" panose="020B0004020202020204" pitchFamily="34" charset="0"/>
              </a:defRPr>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7" name="Text Placeholder 12">
            <a:extLst>
              <a:ext uri="{FF2B5EF4-FFF2-40B4-BE49-F238E27FC236}">
                <a16:creationId xmlns:a16="http://schemas.microsoft.com/office/drawing/2014/main" id="{9D3FBE01-C9A4-F88D-C153-2816D6207A40}"/>
              </a:ext>
            </a:extLst>
          </p:cNvPr>
          <p:cNvSpPr>
            <a:spLocks noGrp="1"/>
          </p:cNvSpPr>
          <p:nvPr>
            <p:ph type="body" sz="quarter" idx="33" hasCustomPrompt="1"/>
          </p:nvPr>
        </p:nvSpPr>
        <p:spPr>
          <a:xfrm>
            <a:off x="7889188" y="1880213"/>
            <a:ext cx="3846100"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8" name="Text Placeholder 12">
            <a:extLst>
              <a:ext uri="{FF2B5EF4-FFF2-40B4-BE49-F238E27FC236}">
                <a16:creationId xmlns:a16="http://schemas.microsoft.com/office/drawing/2014/main" id="{7004DE48-1AC3-4F21-0968-B38909044342}"/>
              </a:ext>
            </a:extLst>
          </p:cNvPr>
          <p:cNvSpPr>
            <a:spLocks noGrp="1"/>
          </p:cNvSpPr>
          <p:nvPr>
            <p:ph type="body" sz="quarter" idx="34" hasCustomPrompt="1"/>
          </p:nvPr>
        </p:nvSpPr>
        <p:spPr>
          <a:xfrm>
            <a:off x="2104052" y="4256213"/>
            <a:ext cx="3849624"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9" name="Text Placeholder 12">
            <a:extLst>
              <a:ext uri="{FF2B5EF4-FFF2-40B4-BE49-F238E27FC236}">
                <a16:creationId xmlns:a16="http://schemas.microsoft.com/office/drawing/2014/main" id="{684A23D9-9F8C-5A70-1B87-0DD004B8D96E}"/>
              </a:ext>
            </a:extLst>
          </p:cNvPr>
          <p:cNvSpPr>
            <a:spLocks noGrp="1"/>
          </p:cNvSpPr>
          <p:nvPr>
            <p:ph type="body" sz="quarter" idx="35" hasCustomPrompt="1"/>
          </p:nvPr>
        </p:nvSpPr>
        <p:spPr>
          <a:xfrm>
            <a:off x="7886933" y="4256213"/>
            <a:ext cx="3848355"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10" name="Rectangle 9">
            <a:extLst>
              <a:ext uri="{FF2B5EF4-FFF2-40B4-BE49-F238E27FC236}">
                <a16:creationId xmlns:a16="http://schemas.microsoft.com/office/drawing/2014/main" id="{8B1455C2-E21F-06D2-DADD-7FD7A0C6A036}"/>
              </a:ext>
            </a:extLst>
          </p:cNvPr>
          <p:cNvSpPr/>
          <p:nvPr/>
        </p:nvSpPr>
        <p:spPr>
          <a:xfrm>
            <a:off x="6245352" y="1677307"/>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1" name="Rectangle 10">
            <a:extLst>
              <a:ext uri="{FF2B5EF4-FFF2-40B4-BE49-F238E27FC236}">
                <a16:creationId xmlns:a16="http://schemas.microsoft.com/office/drawing/2014/main" id="{96B116F3-3D63-C235-3E40-D7EA6B934CF2}"/>
              </a:ext>
            </a:extLst>
          </p:cNvPr>
          <p:cNvSpPr/>
          <p:nvPr/>
        </p:nvSpPr>
        <p:spPr>
          <a:xfrm>
            <a:off x="457200" y="1677307"/>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2" name="Rectangle 11">
            <a:extLst>
              <a:ext uri="{FF2B5EF4-FFF2-40B4-BE49-F238E27FC236}">
                <a16:creationId xmlns:a16="http://schemas.microsoft.com/office/drawing/2014/main" id="{4F46C436-A721-2D60-1AEA-13F0DD3A9223}"/>
              </a:ext>
            </a:extLst>
          </p:cNvPr>
          <p:cNvSpPr/>
          <p:nvPr/>
        </p:nvSpPr>
        <p:spPr>
          <a:xfrm>
            <a:off x="6245352" y="4044901"/>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3" name="Rectangle 12">
            <a:extLst>
              <a:ext uri="{FF2B5EF4-FFF2-40B4-BE49-F238E27FC236}">
                <a16:creationId xmlns:a16="http://schemas.microsoft.com/office/drawing/2014/main" id="{C62ED75E-FA16-E5BA-B5F1-A58E06F1A408}"/>
              </a:ext>
            </a:extLst>
          </p:cNvPr>
          <p:cNvSpPr/>
          <p:nvPr/>
        </p:nvSpPr>
        <p:spPr>
          <a:xfrm>
            <a:off x="457200" y="4044901"/>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6" name="Rectangle 15">
            <a:extLst>
              <a:ext uri="{FF2B5EF4-FFF2-40B4-BE49-F238E27FC236}">
                <a16:creationId xmlns:a16="http://schemas.microsoft.com/office/drawing/2014/main" id="{173C72F6-78BA-1C5C-0E41-3928DBA9B4D8}"/>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18" name="Text Placeholder 5">
            <a:extLst>
              <a:ext uri="{FF2B5EF4-FFF2-40B4-BE49-F238E27FC236}">
                <a16:creationId xmlns:a16="http://schemas.microsoft.com/office/drawing/2014/main" id="{1779F49E-3102-B8AE-3214-0E5933FEBBAA}"/>
              </a:ext>
            </a:extLst>
          </p:cNvPr>
          <p:cNvSpPr>
            <a:spLocks noGrp="1"/>
          </p:cNvSpPr>
          <p:nvPr>
            <p:ph type="body" sz="quarter" idx="36"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19" name="Text Placeholder 7">
            <a:extLst>
              <a:ext uri="{FF2B5EF4-FFF2-40B4-BE49-F238E27FC236}">
                <a16:creationId xmlns:a16="http://schemas.microsoft.com/office/drawing/2014/main" id="{736BED1F-8F10-CF1B-922C-6719E90171B7}"/>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4" name="Rectangle 13">
            <a:extLst>
              <a:ext uri="{FF2B5EF4-FFF2-40B4-BE49-F238E27FC236}">
                <a16:creationId xmlns:a16="http://schemas.microsoft.com/office/drawing/2014/main" id="{1174E6B2-A34D-D64D-6B7B-7A40DF2A7243}"/>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4207086694"/>
      </p:ext>
    </p:extLst>
  </p:cSld>
  <p:clrMapOvr>
    <a:masterClrMapping/>
  </p:clrMapOvr>
  <p:transition>
    <p:fade/>
  </p:transition>
  <p:hf hdr="0" dt="0"/>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Qualifications 2 x 1 - Pale Green">
    <p:bg>
      <p:bgPr>
        <a:solidFill>
          <a:schemeClr val="accent6"/>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7338C8E8-5CC7-2DA0-0253-B90F98C6FD31}"/>
              </a:ext>
            </a:extLst>
          </p:cNvPr>
          <p:cNvGraphicFramePr>
            <a:graphicFrameLocks noChangeAspect="1"/>
          </p:cNvGraphicFramePr>
          <p:nvPr>
            <p:custDataLst>
              <p:tags r:id="rId1"/>
            </p:custDataLst>
            <p:extLst>
              <p:ext uri="{D42A27DB-BD31-4B8C-83A1-F6EECF244321}">
                <p14:modId xmlns:p14="http://schemas.microsoft.com/office/powerpoint/2010/main" val="24647179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7" name="think-cell data - do not delete" hidden="1">
                        <a:extLst>
                          <a:ext uri="{FF2B5EF4-FFF2-40B4-BE49-F238E27FC236}">
                            <a16:creationId xmlns:a16="http://schemas.microsoft.com/office/drawing/2014/main" id="{7338C8E8-5CC7-2DA0-0253-B90F98C6FD3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Rectangle 11">
            <a:extLst>
              <a:ext uri="{FF2B5EF4-FFF2-40B4-BE49-F238E27FC236}">
                <a16:creationId xmlns:a16="http://schemas.microsoft.com/office/drawing/2014/main" id="{DD670E7F-2D5F-E74D-FF59-5BD6C5BC34F1}"/>
              </a:ext>
            </a:extLst>
          </p:cNvPr>
          <p:cNvSpPr/>
          <p:nvPr/>
        </p:nvSpPr>
        <p:spPr>
          <a:xfrm>
            <a:off x="6245352" y="1677307"/>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7" name="Rectangle 16">
            <a:extLst>
              <a:ext uri="{FF2B5EF4-FFF2-40B4-BE49-F238E27FC236}">
                <a16:creationId xmlns:a16="http://schemas.microsoft.com/office/drawing/2014/main" id="{0CD4E13F-35DC-E442-82C0-9B5EE61D2906}"/>
              </a:ext>
            </a:extLst>
          </p:cNvPr>
          <p:cNvSpPr/>
          <p:nvPr/>
        </p:nvSpPr>
        <p:spPr>
          <a:xfrm>
            <a:off x="457200" y="1677307"/>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20" name="Picture Placeholder 11">
            <a:extLst>
              <a:ext uri="{FF2B5EF4-FFF2-40B4-BE49-F238E27FC236}">
                <a16:creationId xmlns:a16="http://schemas.microsoft.com/office/drawing/2014/main" id="{32DA993B-B409-E5C0-E8A1-3920C08FA402}"/>
              </a:ext>
            </a:extLst>
          </p:cNvPr>
          <p:cNvSpPr>
            <a:spLocks noGrp="1"/>
          </p:cNvSpPr>
          <p:nvPr>
            <p:ph type="pic" sz="quarter" idx="28"/>
          </p:nvPr>
        </p:nvSpPr>
        <p:spPr>
          <a:xfrm>
            <a:off x="4476744" y="1883664"/>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21" name="Picture Placeholder 11">
            <a:extLst>
              <a:ext uri="{FF2B5EF4-FFF2-40B4-BE49-F238E27FC236}">
                <a16:creationId xmlns:a16="http://schemas.microsoft.com/office/drawing/2014/main" id="{9EA35630-FAAB-0992-9BD2-E2CF77317F5E}"/>
              </a:ext>
            </a:extLst>
          </p:cNvPr>
          <p:cNvSpPr>
            <a:spLocks noGrp="1"/>
          </p:cNvSpPr>
          <p:nvPr>
            <p:ph type="pic" sz="quarter" idx="29"/>
          </p:nvPr>
        </p:nvSpPr>
        <p:spPr>
          <a:xfrm>
            <a:off x="10258285" y="1883664"/>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4" name="Text Placeholder 12">
            <a:extLst>
              <a:ext uri="{FF2B5EF4-FFF2-40B4-BE49-F238E27FC236}">
                <a16:creationId xmlns:a16="http://schemas.microsoft.com/office/drawing/2014/main" id="{4A6BC76D-8B27-508E-2FA1-4B668FF32EE7}"/>
              </a:ext>
            </a:extLst>
          </p:cNvPr>
          <p:cNvSpPr>
            <a:spLocks noGrp="1"/>
          </p:cNvSpPr>
          <p:nvPr>
            <p:ph type="body" sz="quarter" idx="32" hasCustomPrompt="1"/>
          </p:nvPr>
        </p:nvSpPr>
        <p:spPr>
          <a:xfrm>
            <a:off x="457200" y="3498336"/>
            <a:ext cx="5495544" cy="1944000"/>
          </a:xfrm>
        </p:spPr>
        <p:txBody>
          <a:bodyPr/>
          <a:lstStyle>
            <a:lvl1pPr>
              <a:spcBef>
                <a:spcPts val="200"/>
              </a:spcBef>
              <a:spcAft>
                <a:spcPts val="200"/>
              </a:spcAft>
              <a:defRPr sz="1200" b="0"/>
            </a:lvl1pPr>
            <a:lvl2pPr>
              <a:spcBef>
                <a:spcPts val="200"/>
              </a:spcBef>
              <a:spcAft>
                <a:spcPts val="200"/>
              </a:spcAft>
              <a:defRPr sz="1200" b="0"/>
            </a:lvl2pPr>
            <a:lvl3pPr marL="365760">
              <a:defRPr/>
            </a:lvl3pPr>
            <a:lvl4pPr marL="548640" indent="-182880">
              <a:defRPr/>
            </a:lvl4pPr>
            <a:lvl5pPr marL="73152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5" name="Text Placeholder 12">
            <a:extLst>
              <a:ext uri="{FF2B5EF4-FFF2-40B4-BE49-F238E27FC236}">
                <a16:creationId xmlns:a16="http://schemas.microsoft.com/office/drawing/2014/main" id="{9C91076D-2B86-9AF3-18AC-3BF3B0940503}"/>
              </a:ext>
            </a:extLst>
          </p:cNvPr>
          <p:cNvSpPr>
            <a:spLocks noGrp="1"/>
          </p:cNvSpPr>
          <p:nvPr>
            <p:ph type="body" sz="quarter" idx="33" hasCustomPrompt="1"/>
          </p:nvPr>
        </p:nvSpPr>
        <p:spPr>
          <a:xfrm>
            <a:off x="6250493" y="3498336"/>
            <a:ext cx="5495544" cy="1944000"/>
          </a:xfrm>
        </p:spPr>
        <p:txBody>
          <a:bodyPr/>
          <a:lstStyle>
            <a:lvl1pPr>
              <a:spcBef>
                <a:spcPts val="200"/>
              </a:spcBef>
              <a:spcAft>
                <a:spcPts val="200"/>
              </a:spcAft>
              <a:defRPr sz="1200" b="0"/>
            </a:lvl1pPr>
            <a:lvl2pPr>
              <a:spcBef>
                <a:spcPts val="200"/>
              </a:spcBef>
              <a:spcAft>
                <a:spcPts val="200"/>
              </a:spcAft>
              <a:defRPr sz="1200" b="0"/>
            </a:lvl2pPr>
            <a:lvl3pPr marL="365760">
              <a:defRPr/>
            </a:lvl3pPr>
            <a:lvl4pPr marL="548640" indent="-182880">
              <a:defRPr/>
            </a:lvl4pPr>
            <a:lvl5pPr marL="73152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6" name="Text Placeholder 17">
            <a:extLst>
              <a:ext uri="{FF2B5EF4-FFF2-40B4-BE49-F238E27FC236}">
                <a16:creationId xmlns:a16="http://schemas.microsoft.com/office/drawing/2014/main" id="{189A445A-42B3-EBFA-8922-62959EFA0423}"/>
              </a:ext>
            </a:extLst>
          </p:cNvPr>
          <p:cNvSpPr>
            <a:spLocks noGrp="1"/>
          </p:cNvSpPr>
          <p:nvPr>
            <p:ph type="body" sz="quarter" idx="4294967295" hasCustomPrompt="1"/>
          </p:nvPr>
        </p:nvSpPr>
        <p:spPr>
          <a:xfrm>
            <a:off x="457200" y="1876425"/>
            <a:ext cx="3922713" cy="1482725"/>
          </a:xfrm>
        </p:spPr>
        <p:txBody>
          <a:body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dirty="0"/>
          </a:p>
        </p:txBody>
      </p:sp>
      <p:sp>
        <p:nvSpPr>
          <p:cNvPr id="8" name="Text Placeholder 17">
            <a:extLst>
              <a:ext uri="{FF2B5EF4-FFF2-40B4-BE49-F238E27FC236}">
                <a16:creationId xmlns:a16="http://schemas.microsoft.com/office/drawing/2014/main" id="{9AF1B057-ABA1-7B5A-87C8-FD35492C6CB7}"/>
              </a:ext>
            </a:extLst>
          </p:cNvPr>
          <p:cNvSpPr>
            <a:spLocks noGrp="1"/>
          </p:cNvSpPr>
          <p:nvPr>
            <p:ph type="body" sz="quarter" idx="4294967295" hasCustomPrompt="1"/>
          </p:nvPr>
        </p:nvSpPr>
        <p:spPr>
          <a:xfrm>
            <a:off x="6250493" y="1876425"/>
            <a:ext cx="3922713" cy="1482725"/>
          </a:xfrm>
        </p:spPr>
        <p:txBody>
          <a:body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dirty="0"/>
          </a:p>
        </p:txBody>
      </p:sp>
      <p:sp>
        <p:nvSpPr>
          <p:cNvPr id="9" name="Rectangle 8">
            <a:extLst>
              <a:ext uri="{FF2B5EF4-FFF2-40B4-BE49-F238E27FC236}">
                <a16:creationId xmlns:a16="http://schemas.microsoft.com/office/drawing/2014/main" id="{15713351-1050-58DB-B581-362137AA9D6A}"/>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10" name="Text Placeholder 5">
            <a:extLst>
              <a:ext uri="{FF2B5EF4-FFF2-40B4-BE49-F238E27FC236}">
                <a16:creationId xmlns:a16="http://schemas.microsoft.com/office/drawing/2014/main" id="{E3461D73-65A9-1349-DCD3-96DBD604FF11}"/>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11" name="Text Placeholder 7">
            <a:extLst>
              <a:ext uri="{FF2B5EF4-FFF2-40B4-BE49-F238E27FC236}">
                <a16:creationId xmlns:a16="http://schemas.microsoft.com/office/drawing/2014/main" id="{2306E346-2203-9121-093F-71FADAF07AD8}"/>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722385F7-0E68-136E-49BA-D113551EF594}"/>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359264808"/>
      </p:ext>
    </p:extLst>
  </p:cSld>
  <p:clrMapOvr>
    <a:masterClrMapping/>
  </p:clrMapOvr>
  <p:transition>
    <p:fade/>
  </p:transition>
  <p:hf hdr="0" dt="0"/>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itle only - Black">
    <p:bg>
      <p:bgRef idx="1001">
        <a:schemeClr val="bg1"/>
      </p:bgRef>
    </p:bg>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341A6448-2CDA-7D6D-F1A0-347696B21B5C}"/>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defRPr sz="2100">
                <a:latin typeface="Aptos" panose="020B0004020202020204" pitchFamily="34" charset="0"/>
              </a:defRPr>
            </a:lvl1pPr>
          </a:lstStyle>
          <a:p>
            <a:r>
              <a:rPr lang="en-US" dirty="0"/>
              <a:t>Click to add title</a:t>
            </a:r>
          </a:p>
        </p:txBody>
      </p:sp>
    </p:spTree>
    <p:extLst>
      <p:ext uri="{BB962C8B-B14F-4D97-AF65-F5344CB8AC3E}">
        <p14:creationId xmlns:p14="http://schemas.microsoft.com/office/powerpoint/2010/main" val="3825139189"/>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itle, subtitle - Black">
    <p:bg>
      <p:bgRef idx="1001">
        <a:schemeClr val="bg1"/>
      </p:bgRef>
    </p:bg>
    <p:spTree>
      <p:nvGrpSpPr>
        <p:cNvPr id="1" name=""/>
        <p:cNvGrpSpPr/>
        <p:nvPr/>
      </p:nvGrpSpPr>
      <p:grpSpPr>
        <a:xfrm>
          <a:off x="0" y="0"/>
          <a:ext cx="0" cy="0"/>
          <a:chOff x="0" y="0"/>
          <a:chExt cx="0" cy="0"/>
        </a:xfrm>
      </p:grpSpPr>
      <p:sp>
        <p:nvSpPr>
          <p:cNvPr id="2" name="Text Placeholder 8">
            <a:extLst>
              <a:ext uri="{FF2B5EF4-FFF2-40B4-BE49-F238E27FC236}">
                <a16:creationId xmlns:a16="http://schemas.microsoft.com/office/drawing/2014/main" id="{98D36622-3315-0885-4F7E-8CCDE0C2BA1C}"/>
              </a:ext>
            </a:extLst>
          </p:cNvPr>
          <p:cNvSpPr>
            <a:spLocks noGrp="1"/>
          </p:cNvSpPr>
          <p:nvPr>
            <p:ph type="body" sz="quarter" idx="13" hasCustomPrompt="1"/>
          </p:nvPr>
        </p:nvSpPr>
        <p:spPr>
          <a:xfrm>
            <a:off x="457200" y="684000"/>
            <a:ext cx="11274552" cy="757255"/>
          </a:xfrm>
          <a:prstGeom prst="rect">
            <a:avLst/>
          </a:prstGeom>
        </p:spPr>
        <p:txBody>
          <a:bodyPr lIns="0" tIns="0" rIns="0" bIns="0">
            <a:noAutofit/>
          </a:bodyPr>
          <a:lstStyle>
            <a:lvl1pPr marL="0" indent="0">
              <a:spcBef>
                <a:spcPts val="0"/>
              </a:spcBef>
              <a:spcAft>
                <a:spcPts val="0"/>
              </a:spcAft>
              <a:buNone/>
              <a:defRPr sz="1800" b="0">
                <a:solidFill>
                  <a:schemeClr val="tx2"/>
                </a:solidFill>
                <a:latin typeface="Aptos" panose="020B0004020202020204" pitchFamily="34" charset="0"/>
              </a:defRPr>
            </a:lvl1pPr>
          </a:lstStyle>
          <a:p>
            <a:pPr lvl="0"/>
            <a:r>
              <a:rPr lang="en-US" dirty="0"/>
              <a:t>Click to add subtitle</a:t>
            </a:r>
          </a:p>
        </p:txBody>
      </p:sp>
      <p:sp>
        <p:nvSpPr>
          <p:cNvPr id="3" name="Title Placeholder 1">
            <a:extLst>
              <a:ext uri="{FF2B5EF4-FFF2-40B4-BE49-F238E27FC236}">
                <a16:creationId xmlns:a16="http://schemas.microsoft.com/office/drawing/2014/main" id="{53E8942A-B484-29A8-C101-63496BEA57FC}"/>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dirty="0"/>
              <a:t>Click to add title</a:t>
            </a:r>
          </a:p>
        </p:txBody>
      </p:sp>
    </p:spTree>
    <p:extLst>
      <p:ext uri="{BB962C8B-B14F-4D97-AF65-F5344CB8AC3E}">
        <p14:creationId xmlns:p14="http://schemas.microsoft.com/office/powerpoint/2010/main" val="2758844420"/>
      </p:ext>
    </p:extLst>
  </p:cSld>
  <p:clrMapOvr>
    <a:overrideClrMapping bg1="dk1" tx1="lt1" bg2="dk2" tx2="lt2" accent1="accent1" accent2="accent2" accent3="accent3" accent4="accent4" accent5="accent5" accent6="accent6" hlink="hlink" folHlink="folHlink"/>
  </p:clrMapOvr>
  <p:transition>
    <p:fade/>
  </p:transition>
  <p:hf hdr="0" dt="0"/>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Title, subtitle, 1 column - Black">
    <p:bg>
      <p:bgPr>
        <a:solidFill>
          <a:schemeClr val="tx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9C36FB10-1EF5-A9A4-577D-A18DA4D12077}"/>
              </a:ext>
            </a:extLst>
          </p:cNvPr>
          <p:cNvGraphicFramePr>
            <a:graphicFrameLocks noChangeAspect="1"/>
          </p:cNvGraphicFramePr>
          <p:nvPr>
            <p:custDataLst>
              <p:tags r:id="rId1"/>
            </p:custDataLst>
            <p:extLst>
              <p:ext uri="{D42A27DB-BD31-4B8C-83A1-F6EECF244321}">
                <p14:modId xmlns:p14="http://schemas.microsoft.com/office/powerpoint/2010/main" val="18793236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7" name="think-cell data - do not delete" hidden="1">
                        <a:extLst>
                          <a:ext uri="{FF2B5EF4-FFF2-40B4-BE49-F238E27FC236}">
                            <a16:creationId xmlns:a16="http://schemas.microsoft.com/office/drawing/2014/main" id="{9C36FB10-1EF5-A9A4-577D-A18DA4D1207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Text Placeholder 18">
            <a:extLst>
              <a:ext uri="{FF2B5EF4-FFF2-40B4-BE49-F238E27FC236}">
                <a16:creationId xmlns:a16="http://schemas.microsoft.com/office/drawing/2014/main" id="{FB46B341-3430-2348-6D11-485200BFA997}"/>
              </a:ext>
            </a:extLst>
          </p:cNvPr>
          <p:cNvSpPr>
            <a:spLocks noGrp="1"/>
          </p:cNvSpPr>
          <p:nvPr>
            <p:ph idx="1" hasCustomPrompt="1"/>
          </p:nvPr>
        </p:nvSpPr>
        <p:spPr>
          <a:xfrm>
            <a:off x="457200" y="1677579"/>
            <a:ext cx="11274552" cy="4681728"/>
          </a:xfrm>
          <a:prstGeom prst="rect">
            <a:avLst/>
          </a:prstGeom>
          <a:solidFill>
            <a:schemeClr val="tx1"/>
          </a:solidFill>
        </p:spPr>
        <p:txBody>
          <a:bodyPr vert="horz" lIns="0" tIns="0" rIns="0" bIns="0" rtlCol="0">
            <a:noAutofit/>
          </a:bodyPr>
          <a:lstStyle>
            <a:lvl1pPr>
              <a:spcBef>
                <a:spcPts val="200"/>
              </a:spcBef>
              <a:spcAft>
                <a:spcPts val="200"/>
              </a:spcAft>
              <a:defRPr>
                <a:solidFill>
                  <a:schemeClr val="bg1"/>
                </a:solidFill>
                <a:latin typeface="Aptos" panose="020B0004020202020204" pitchFamily="34" charset="0"/>
              </a:defRPr>
            </a:lvl1pPr>
            <a:lvl2pPr>
              <a:spcBef>
                <a:spcPts val="200"/>
              </a:spcBef>
              <a:spcAft>
                <a:spcPts val="200"/>
              </a:spcAft>
              <a:defRPr>
                <a:solidFill>
                  <a:schemeClr val="bg1"/>
                </a:solidFill>
                <a:latin typeface="Aptos" panose="020B0004020202020204" pitchFamily="34" charset="0"/>
              </a:defRPr>
            </a:lvl2pPr>
            <a:lvl3pPr marL="365760">
              <a:spcBef>
                <a:spcPts val="200"/>
              </a:spcBef>
              <a:spcAft>
                <a:spcPts val="200"/>
              </a:spcAft>
              <a:defRPr>
                <a:solidFill>
                  <a:schemeClr val="bg1"/>
                </a:solidFill>
                <a:latin typeface="Aptos" panose="020B0004020202020204" pitchFamily="34" charset="0"/>
              </a:defRPr>
            </a:lvl3pPr>
            <a:lvl4pPr marL="548640" indent="-182880">
              <a:spcBef>
                <a:spcPts val="200"/>
              </a:spcBef>
              <a:spcAft>
                <a:spcPts val="200"/>
              </a:spcAft>
              <a:defRPr>
                <a:solidFill>
                  <a:schemeClr val="bg1"/>
                </a:solidFill>
                <a:latin typeface="Aptos" panose="020B0004020202020204" pitchFamily="34" charset="0"/>
              </a:defRPr>
            </a:lvl4pPr>
            <a:lvl5pPr marL="731520">
              <a:spcBef>
                <a:spcPts val="200"/>
              </a:spcBef>
              <a:spcAft>
                <a:spcPts val="200"/>
              </a:spcAft>
              <a:defRPr>
                <a:solidFill>
                  <a:schemeClr val="bg1"/>
                </a:solidFill>
                <a:latin typeface="Aptos" panose="020B0004020202020204" pitchFamily="34" charset="0"/>
              </a:defRPr>
            </a:lvl5pPr>
          </a:lstStyle>
          <a:p>
            <a:pPr marL="0" marR="0" lvl="0" indent="0" algn="l" defTabSz="685800" rtl="0" eaLnBrk="1" fontAlgn="auto" latinLnBrk="0" hangingPunct="1">
              <a:lnSpc>
                <a:spcPct val="100000"/>
              </a:lnSpc>
              <a:spcBef>
                <a:spcPts val="200"/>
              </a:spcBef>
              <a:spcAft>
                <a:spcPts val="200"/>
              </a:spcAft>
              <a:buClrTx/>
              <a:buSzPct val="100000"/>
              <a:buFontTx/>
              <a:buNone/>
              <a:tabLst>
                <a:tab pos="3771900" algn="r"/>
              </a:tabLst>
              <a:defRPr/>
            </a:pPr>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6" name="Title Placeholder 1">
            <a:extLst>
              <a:ext uri="{FF2B5EF4-FFF2-40B4-BE49-F238E27FC236}">
                <a16:creationId xmlns:a16="http://schemas.microsoft.com/office/drawing/2014/main" id="{F99282DB-7705-38D1-75C5-92BD76D9183E}"/>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solidFill>
                  <a:schemeClr val="bg1"/>
                </a:solidFill>
                <a:latin typeface="Aptos" panose="020B0004020202020204" pitchFamily="34" charset="0"/>
              </a:defRPr>
            </a:lvl1pPr>
          </a:lstStyle>
          <a:p>
            <a:r>
              <a:rPr lang="en-US" dirty="0"/>
              <a:t>Click to add title</a:t>
            </a:r>
          </a:p>
        </p:txBody>
      </p:sp>
      <p:sp>
        <p:nvSpPr>
          <p:cNvPr id="17" name="Text Placeholder 8">
            <a:extLst>
              <a:ext uri="{FF2B5EF4-FFF2-40B4-BE49-F238E27FC236}">
                <a16:creationId xmlns:a16="http://schemas.microsoft.com/office/drawing/2014/main" id="{2F2C4463-3F55-0B57-ECFE-555C0A1782BD}"/>
              </a:ext>
            </a:extLst>
          </p:cNvPr>
          <p:cNvSpPr>
            <a:spLocks noGrp="1"/>
          </p:cNvSpPr>
          <p:nvPr>
            <p:ph type="body" sz="quarter" idx="13" hasCustomPrompt="1"/>
          </p:nvPr>
        </p:nvSpPr>
        <p:spPr>
          <a:xfrm>
            <a:off x="457200" y="684000"/>
            <a:ext cx="11274552" cy="757255"/>
          </a:xfrm>
          <a:prstGeom prst="rect">
            <a:avLst/>
          </a:prstGeom>
        </p:spPr>
        <p:txBody>
          <a:bodyPr vert="horz" lIns="0" tIns="0" rIns="0" bIns="0" rtlCol="0" anchor="t" anchorCtr="0">
            <a:noAutofit/>
          </a:bodyPr>
          <a:lstStyle>
            <a:lvl1pPr>
              <a:spcBef>
                <a:spcPts val="0"/>
              </a:spcBef>
              <a:spcAft>
                <a:spcPts val="0"/>
              </a:spcAft>
              <a:defRPr lang="en-US" sz="1800" b="0" dirty="0">
                <a:solidFill>
                  <a:srgbClr val="D0D0CE"/>
                </a:solidFill>
                <a:latin typeface="Aptos" panose="020B0004020202020204" pitchFamily="34" charset="0"/>
              </a:defRPr>
            </a:lvl1pPr>
          </a:lstStyle>
          <a:p>
            <a:pPr lvl="0"/>
            <a:r>
              <a:rPr lang="en-US" dirty="0"/>
              <a:t>Click to add subtitle</a:t>
            </a:r>
          </a:p>
        </p:txBody>
      </p:sp>
    </p:spTree>
    <p:extLst>
      <p:ext uri="{BB962C8B-B14F-4D97-AF65-F5344CB8AC3E}">
        <p14:creationId xmlns:p14="http://schemas.microsoft.com/office/powerpoint/2010/main" val="3762140600"/>
      </p:ext>
    </p:extLst>
  </p:cSld>
  <p:clrMapOvr>
    <a:masterClrMapping/>
  </p:clrMapOvr>
  <p:transition>
    <p:fade/>
  </p:transition>
  <p:hf hdr="0" dt="0"/>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Title, subtitle, 2 columns - Black">
    <p:bg>
      <p:bgPr>
        <a:solidFill>
          <a:schemeClr val="tx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05E6F299-A818-CA93-A927-F61A877DA27A}"/>
              </a:ext>
            </a:extLst>
          </p:cNvPr>
          <p:cNvGraphicFramePr>
            <a:graphicFrameLocks noChangeAspect="1"/>
          </p:cNvGraphicFramePr>
          <p:nvPr>
            <p:custDataLst>
              <p:tags r:id="rId1"/>
            </p:custDataLst>
            <p:extLst>
              <p:ext uri="{D42A27DB-BD31-4B8C-83A1-F6EECF244321}">
                <p14:modId xmlns:p14="http://schemas.microsoft.com/office/powerpoint/2010/main" val="5613879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7" name="think-cell data - do not delete" hidden="1">
                        <a:extLst>
                          <a:ext uri="{FF2B5EF4-FFF2-40B4-BE49-F238E27FC236}">
                            <a16:creationId xmlns:a16="http://schemas.microsoft.com/office/drawing/2014/main" id="{05E6F299-A818-CA93-A927-F61A877DA27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Content Placeholder 3"/>
          <p:cNvSpPr>
            <a:spLocks noGrp="1"/>
          </p:cNvSpPr>
          <p:nvPr>
            <p:ph sz="quarter" idx="10" hasCustomPrompt="1"/>
          </p:nvPr>
        </p:nvSpPr>
        <p:spPr>
          <a:xfrm>
            <a:off x="457200" y="1677579"/>
            <a:ext cx="5495544"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576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marL="0" marR="0" lvl="0" indent="0" algn="l" defTabSz="685800" rtl="0" eaLnBrk="1" fontAlgn="auto" latinLnBrk="0" hangingPunct="1">
              <a:lnSpc>
                <a:spcPct val="100000"/>
              </a:lnSpc>
              <a:spcBef>
                <a:spcPts val="200"/>
              </a:spcBef>
              <a:spcAft>
                <a:spcPts val="200"/>
              </a:spcAft>
              <a:buClrTx/>
              <a:buSzPct val="100000"/>
              <a:buFontTx/>
              <a:buNone/>
              <a:tabLst>
                <a:tab pos="3771900" algn="r"/>
              </a:tabLst>
              <a:defRPr/>
            </a:pPr>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0" name="Title Placeholder 1">
            <a:extLst>
              <a:ext uri="{FF2B5EF4-FFF2-40B4-BE49-F238E27FC236}">
                <a16:creationId xmlns:a16="http://schemas.microsoft.com/office/drawing/2014/main" id="{8D6FEAFF-2B74-1B3D-168E-42A9A695E117}"/>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solidFill>
                  <a:schemeClr val="bg1"/>
                </a:solidFill>
                <a:latin typeface="Aptos" panose="020B0004020202020204" pitchFamily="34" charset="0"/>
              </a:defRPr>
            </a:lvl1pPr>
          </a:lstStyle>
          <a:p>
            <a:r>
              <a:rPr lang="en-US" dirty="0"/>
              <a:t>Click to add title</a:t>
            </a:r>
          </a:p>
        </p:txBody>
      </p:sp>
      <p:sp>
        <p:nvSpPr>
          <p:cNvPr id="11" name="Text Placeholder 8">
            <a:extLst>
              <a:ext uri="{FF2B5EF4-FFF2-40B4-BE49-F238E27FC236}">
                <a16:creationId xmlns:a16="http://schemas.microsoft.com/office/drawing/2014/main" id="{2DF503BF-FE6C-E555-3A41-CFFD64147183}"/>
              </a:ext>
            </a:extLst>
          </p:cNvPr>
          <p:cNvSpPr>
            <a:spLocks noGrp="1"/>
          </p:cNvSpPr>
          <p:nvPr>
            <p:ph type="body" sz="quarter" idx="13" hasCustomPrompt="1"/>
          </p:nvPr>
        </p:nvSpPr>
        <p:spPr>
          <a:xfrm>
            <a:off x="457200" y="684000"/>
            <a:ext cx="11274552" cy="757255"/>
          </a:xfrm>
          <a:prstGeom prst="rect">
            <a:avLst/>
          </a:prstGeom>
        </p:spPr>
        <p:txBody>
          <a:bodyPr vert="horz" lIns="0" tIns="0" rIns="0" bIns="0" rtlCol="0" anchor="t" anchorCtr="0">
            <a:noAutofit/>
          </a:bodyPr>
          <a:lstStyle>
            <a:lvl1pPr>
              <a:spcBef>
                <a:spcPts val="0"/>
              </a:spcBef>
              <a:spcAft>
                <a:spcPts val="0"/>
              </a:spcAft>
              <a:defRPr lang="en-US" sz="1800" b="0" dirty="0">
                <a:solidFill>
                  <a:srgbClr val="D0D0CE"/>
                </a:solidFill>
                <a:latin typeface="Aptos" panose="020B0004020202020204" pitchFamily="34" charset="0"/>
              </a:defRPr>
            </a:lvl1pPr>
          </a:lstStyle>
          <a:p>
            <a:pPr lvl="0"/>
            <a:r>
              <a:rPr lang="en-US" dirty="0"/>
              <a:t>Click to add subtitle</a:t>
            </a:r>
          </a:p>
        </p:txBody>
      </p:sp>
      <p:sp>
        <p:nvSpPr>
          <p:cNvPr id="3" name="Content Placeholder 3">
            <a:extLst>
              <a:ext uri="{FF2B5EF4-FFF2-40B4-BE49-F238E27FC236}">
                <a16:creationId xmlns:a16="http://schemas.microsoft.com/office/drawing/2014/main" id="{45E59B36-2F4F-A0E8-D1A8-C198F28B171E}"/>
              </a:ext>
            </a:extLst>
          </p:cNvPr>
          <p:cNvSpPr>
            <a:spLocks noGrp="1"/>
          </p:cNvSpPr>
          <p:nvPr>
            <p:ph sz="quarter" idx="15" hasCustomPrompt="1"/>
          </p:nvPr>
        </p:nvSpPr>
        <p:spPr>
          <a:xfrm>
            <a:off x="6249579" y="1677579"/>
            <a:ext cx="5495544"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marL="0" marR="0" lvl="0" indent="0" algn="l" defTabSz="685800" rtl="0" eaLnBrk="1" fontAlgn="auto" latinLnBrk="0" hangingPunct="1">
              <a:lnSpc>
                <a:spcPct val="100000"/>
              </a:lnSpc>
              <a:spcBef>
                <a:spcPts val="200"/>
              </a:spcBef>
              <a:spcAft>
                <a:spcPts val="200"/>
              </a:spcAft>
              <a:buClrTx/>
              <a:buSzPct val="100000"/>
              <a:buFontTx/>
              <a:buNone/>
              <a:tabLst>
                <a:tab pos="3771900" algn="r"/>
              </a:tabLst>
              <a:defRPr/>
            </a:pPr>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755469370"/>
      </p:ext>
    </p:extLst>
  </p:cSld>
  <p:clrMapOvr>
    <a:masterClrMapping/>
  </p:clrMapOvr>
  <p:transition>
    <p:fade/>
  </p:transition>
  <p:hf hdr="0" dt="0"/>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Title, subtitle, 3 columns - Bla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D82120E2-D6C2-D764-40A5-E97D481216B5}"/>
              </a:ext>
            </a:extLst>
          </p:cNvPr>
          <p:cNvGraphicFramePr>
            <a:graphicFrameLocks noChangeAspect="1"/>
          </p:cNvGraphicFramePr>
          <p:nvPr>
            <p:custDataLst>
              <p:tags r:id="rId1"/>
            </p:custDataLst>
            <p:extLst>
              <p:ext uri="{D42A27DB-BD31-4B8C-83A1-F6EECF244321}">
                <p14:modId xmlns:p14="http://schemas.microsoft.com/office/powerpoint/2010/main" val="13522964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D82120E2-D6C2-D764-40A5-E97D481216B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3" name="Content Placeholder 3">
            <a:extLst>
              <a:ext uri="{FF2B5EF4-FFF2-40B4-BE49-F238E27FC236}">
                <a16:creationId xmlns:a16="http://schemas.microsoft.com/office/drawing/2014/main" id="{BFED540D-3BF1-4047-9D69-9C3EB9B94551}"/>
              </a:ext>
            </a:extLst>
          </p:cNvPr>
          <p:cNvSpPr>
            <a:spLocks noGrp="1"/>
          </p:cNvSpPr>
          <p:nvPr>
            <p:ph sz="quarter" idx="10" hasCustomPrompt="1"/>
          </p:nvPr>
        </p:nvSpPr>
        <p:spPr>
          <a:xfrm>
            <a:off x="457200" y="1682496"/>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9" name="Title Placeholder 1">
            <a:extLst>
              <a:ext uri="{FF2B5EF4-FFF2-40B4-BE49-F238E27FC236}">
                <a16:creationId xmlns:a16="http://schemas.microsoft.com/office/drawing/2014/main" id="{7413E34D-A983-4D25-B3D7-D7643F603577}"/>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defRPr sz="2100">
                <a:solidFill>
                  <a:schemeClr val="bg1"/>
                </a:solidFill>
                <a:latin typeface="Aptos" panose="020B0004020202020204" pitchFamily="34" charset="0"/>
              </a:defRPr>
            </a:lvl1pPr>
          </a:lstStyle>
          <a:p>
            <a:r>
              <a:rPr lang="en-US" dirty="0"/>
              <a:t>Click to add title</a:t>
            </a:r>
          </a:p>
        </p:txBody>
      </p:sp>
      <p:sp>
        <p:nvSpPr>
          <p:cNvPr id="10" name="Text Placeholder 8">
            <a:extLst>
              <a:ext uri="{FF2B5EF4-FFF2-40B4-BE49-F238E27FC236}">
                <a16:creationId xmlns:a16="http://schemas.microsoft.com/office/drawing/2014/main" id="{6F14D54C-54B5-CC50-7E64-122407456A83}"/>
              </a:ext>
            </a:extLst>
          </p:cNvPr>
          <p:cNvSpPr>
            <a:spLocks noGrp="1"/>
          </p:cNvSpPr>
          <p:nvPr>
            <p:ph type="body" sz="quarter" idx="13" hasCustomPrompt="1"/>
          </p:nvPr>
        </p:nvSpPr>
        <p:spPr>
          <a:xfrm>
            <a:off x="457200" y="684000"/>
            <a:ext cx="11274552" cy="757255"/>
          </a:xfrm>
          <a:prstGeom prst="rect">
            <a:avLst/>
          </a:prstGeom>
        </p:spPr>
        <p:txBody>
          <a:bodyPr vert="horz" lIns="0" tIns="0" rIns="0" bIns="0" rtlCol="0" anchor="t" anchorCtr="0">
            <a:noAutofit/>
          </a:bodyPr>
          <a:lstStyle>
            <a:lvl1pPr>
              <a:defRPr lang="en-US" sz="1800" b="0" dirty="0">
                <a:solidFill>
                  <a:srgbClr val="D0D0CE"/>
                </a:solidFill>
                <a:latin typeface="Aptos" panose="020B0004020202020204" pitchFamily="34" charset="0"/>
              </a:defRPr>
            </a:lvl1pPr>
          </a:lstStyle>
          <a:p>
            <a:pPr lvl="0"/>
            <a:r>
              <a:rPr lang="en-US" dirty="0"/>
              <a:t>Click to add subtitle</a:t>
            </a:r>
          </a:p>
        </p:txBody>
      </p:sp>
      <p:sp>
        <p:nvSpPr>
          <p:cNvPr id="4" name="Content Placeholder 3">
            <a:extLst>
              <a:ext uri="{FF2B5EF4-FFF2-40B4-BE49-F238E27FC236}">
                <a16:creationId xmlns:a16="http://schemas.microsoft.com/office/drawing/2014/main" id="{DF0E9C8C-3361-2EBB-1420-4D27917305A8}"/>
              </a:ext>
            </a:extLst>
          </p:cNvPr>
          <p:cNvSpPr>
            <a:spLocks noGrp="1"/>
          </p:cNvSpPr>
          <p:nvPr>
            <p:ph sz="quarter" idx="17" hasCustomPrompt="1"/>
          </p:nvPr>
        </p:nvSpPr>
        <p:spPr>
          <a:xfrm>
            <a:off x="4327048" y="1682496"/>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Content Placeholder 3">
            <a:extLst>
              <a:ext uri="{FF2B5EF4-FFF2-40B4-BE49-F238E27FC236}">
                <a16:creationId xmlns:a16="http://schemas.microsoft.com/office/drawing/2014/main" id="{CD594323-BB1E-32C6-75D1-37D14037392C}"/>
              </a:ext>
            </a:extLst>
          </p:cNvPr>
          <p:cNvSpPr>
            <a:spLocks noGrp="1"/>
          </p:cNvSpPr>
          <p:nvPr>
            <p:ph sz="quarter" idx="18" hasCustomPrompt="1"/>
          </p:nvPr>
        </p:nvSpPr>
        <p:spPr>
          <a:xfrm>
            <a:off x="8193024" y="1682496"/>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788649007"/>
      </p:ext>
    </p:extLst>
  </p:cSld>
  <p:clrMapOvr>
    <a:masterClrMapping/>
  </p:clrMapOvr>
  <p:transition>
    <p:fade/>
  </p:transition>
  <p:hf hdr="0" dt="0"/>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itle, subtitle, 4 columns - Black">
    <p:bg>
      <p:bgPr>
        <a:solidFill>
          <a:schemeClr val="tx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0AF0D7E5-2029-3151-0D44-92D925760B08}"/>
              </a:ext>
            </a:extLst>
          </p:cNvPr>
          <p:cNvGraphicFramePr>
            <a:graphicFrameLocks noChangeAspect="1"/>
          </p:cNvGraphicFramePr>
          <p:nvPr>
            <p:custDataLst>
              <p:tags r:id="rId1"/>
            </p:custDataLst>
            <p:extLst>
              <p:ext uri="{D42A27DB-BD31-4B8C-83A1-F6EECF244321}">
                <p14:modId xmlns:p14="http://schemas.microsoft.com/office/powerpoint/2010/main" val="12431203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5" name="think-cell data - do not delete" hidden="1">
                        <a:extLst>
                          <a:ext uri="{FF2B5EF4-FFF2-40B4-BE49-F238E27FC236}">
                            <a16:creationId xmlns:a16="http://schemas.microsoft.com/office/drawing/2014/main" id="{0AF0D7E5-2029-3151-0D44-92D925760B0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Content Placeholder 3">
            <a:extLst>
              <a:ext uri="{FF2B5EF4-FFF2-40B4-BE49-F238E27FC236}">
                <a16:creationId xmlns:a16="http://schemas.microsoft.com/office/drawing/2014/main" id="{593F994E-D5B3-4236-9E8D-771F764DB8E8}"/>
              </a:ext>
            </a:extLst>
          </p:cNvPr>
          <p:cNvSpPr>
            <a:spLocks noGrp="1"/>
          </p:cNvSpPr>
          <p:nvPr>
            <p:ph sz="quarter" idx="10" hasCustomPrompt="1"/>
          </p:nvPr>
        </p:nvSpPr>
        <p:spPr>
          <a:xfrm>
            <a:off x="457200" y="1682496"/>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4" name="Title Placeholder 1">
            <a:extLst>
              <a:ext uri="{FF2B5EF4-FFF2-40B4-BE49-F238E27FC236}">
                <a16:creationId xmlns:a16="http://schemas.microsoft.com/office/drawing/2014/main" id="{286DEB7A-2D80-0936-9E40-8E28EEB0EB24}"/>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solidFill>
                  <a:schemeClr val="bg1"/>
                </a:solidFill>
                <a:latin typeface="Aptos" panose="020B0004020202020204" pitchFamily="34" charset="0"/>
              </a:defRPr>
            </a:lvl1pPr>
          </a:lstStyle>
          <a:p>
            <a:r>
              <a:rPr lang="en-US" dirty="0"/>
              <a:t>Click to add title</a:t>
            </a:r>
          </a:p>
        </p:txBody>
      </p:sp>
      <p:sp>
        <p:nvSpPr>
          <p:cNvPr id="15" name="Text Placeholder 8">
            <a:extLst>
              <a:ext uri="{FF2B5EF4-FFF2-40B4-BE49-F238E27FC236}">
                <a16:creationId xmlns:a16="http://schemas.microsoft.com/office/drawing/2014/main" id="{67F64B02-86CD-B81B-86B2-05391A92AC52}"/>
              </a:ext>
            </a:extLst>
          </p:cNvPr>
          <p:cNvSpPr>
            <a:spLocks noGrp="1"/>
          </p:cNvSpPr>
          <p:nvPr>
            <p:ph type="body" sz="quarter" idx="13" hasCustomPrompt="1"/>
          </p:nvPr>
        </p:nvSpPr>
        <p:spPr>
          <a:xfrm>
            <a:off x="457200" y="684000"/>
            <a:ext cx="11274552" cy="757255"/>
          </a:xfrm>
          <a:prstGeom prst="rect">
            <a:avLst/>
          </a:prstGeom>
        </p:spPr>
        <p:txBody>
          <a:bodyPr vert="horz" lIns="0" tIns="0" rIns="0" bIns="0" rtlCol="0" anchor="t" anchorCtr="0">
            <a:noAutofit/>
          </a:bodyPr>
          <a:lstStyle>
            <a:lvl1pPr>
              <a:spcBef>
                <a:spcPts val="0"/>
              </a:spcBef>
              <a:spcAft>
                <a:spcPts val="0"/>
              </a:spcAft>
              <a:defRPr lang="en-US" sz="1800" b="0" dirty="0">
                <a:solidFill>
                  <a:srgbClr val="D0D0CE"/>
                </a:solidFill>
                <a:latin typeface="Aptos" panose="020B0004020202020204" pitchFamily="34" charset="0"/>
              </a:defRPr>
            </a:lvl1pPr>
          </a:lstStyle>
          <a:p>
            <a:pPr lvl="0"/>
            <a:r>
              <a:rPr lang="en-US" dirty="0"/>
              <a:t>Click to add subtitle</a:t>
            </a:r>
          </a:p>
        </p:txBody>
      </p:sp>
      <p:sp>
        <p:nvSpPr>
          <p:cNvPr id="3" name="Content Placeholder 3">
            <a:extLst>
              <a:ext uri="{FF2B5EF4-FFF2-40B4-BE49-F238E27FC236}">
                <a16:creationId xmlns:a16="http://schemas.microsoft.com/office/drawing/2014/main" id="{39EE392B-1FEE-21B0-181D-C9962A3FE8E5}"/>
              </a:ext>
            </a:extLst>
          </p:cNvPr>
          <p:cNvSpPr>
            <a:spLocks noGrp="1"/>
          </p:cNvSpPr>
          <p:nvPr>
            <p:ph sz="quarter" idx="18" hasCustomPrompt="1"/>
          </p:nvPr>
        </p:nvSpPr>
        <p:spPr>
          <a:xfrm>
            <a:off x="3322320" y="1682496"/>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Content Placeholder 3">
            <a:extLst>
              <a:ext uri="{FF2B5EF4-FFF2-40B4-BE49-F238E27FC236}">
                <a16:creationId xmlns:a16="http://schemas.microsoft.com/office/drawing/2014/main" id="{EC71861D-BC3F-2DAD-BA49-86947F937CC5}"/>
              </a:ext>
            </a:extLst>
          </p:cNvPr>
          <p:cNvSpPr>
            <a:spLocks noGrp="1"/>
          </p:cNvSpPr>
          <p:nvPr>
            <p:ph sz="quarter" idx="19" hasCustomPrompt="1"/>
          </p:nvPr>
        </p:nvSpPr>
        <p:spPr>
          <a:xfrm>
            <a:off x="6187440" y="1682496"/>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9" name="Content Placeholder 3">
            <a:extLst>
              <a:ext uri="{FF2B5EF4-FFF2-40B4-BE49-F238E27FC236}">
                <a16:creationId xmlns:a16="http://schemas.microsoft.com/office/drawing/2014/main" id="{6D62757C-35E9-6C73-1638-E2D99D8D412E}"/>
              </a:ext>
            </a:extLst>
          </p:cNvPr>
          <p:cNvSpPr>
            <a:spLocks noGrp="1"/>
          </p:cNvSpPr>
          <p:nvPr>
            <p:ph sz="quarter" idx="20" hasCustomPrompt="1"/>
          </p:nvPr>
        </p:nvSpPr>
        <p:spPr>
          <a:xfrm>
            <a:off x="9052560" y="1682496"/>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086482776"/>
      </p:ext>
    </p:extLst>
  </p:cSld>
  <p:clrMapOvr>
    <a:masterClrMapping/>
  </p:clrMapOvr>
  <p:transition>
    <p:fade/>
  </p:transition>
  <p:hf hdr="0" dt="0"/>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eam profile - Black">
    <p:bg>
      <p:bgPr>
        <a:solidFill>
          <a:schemeClr val="tx1"/>
        </a:solidFill>
        <a:effectLst/>
      </p:bgPr>
    </p:bg>
    <p:spTree>
      <p:nvGrpSpPr>
        <p:cNvPr id="1" name=""/>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3E4C1F1A-C2FD-0E2E-2497-1640B8CFB7F6}"/>
              </a:ext>
            </a:extLst>
          </p:cNvPr>
          <p:cNvGraphicFramePr>
            <a:graphicFrameLocks noChangeAspect="1"/>
          </p:cNvGraphicFramePr>
          <p:nvPr>
            <p:custDataLst>
              <p:tags r:id="rId1"/>
            </p:custDataLst>
            <p:extLst>
              <p:ext uri="{D42A27DB-BD31-4B8C-83A1-F6EECF244321}">
                <p14:modId xmlns:p14="http://schemas.microsoft.com/office/powerpoint/2010/main" val="22239920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16" name="think-cell data - do not delete" hidden="1">
                        <a:extLst>
                          <a:ext uri="{FF2B5EF4-FFF2-40B4-BE49-F238E27FC236}">
                            <a16:creationId xmlns:a16="http://schemas.microsoft.com/office/drawing/2014/main" id="{3E4C1F1A-C2FD-0E2E-2497-1640B8CFB7F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Picture Placeholder 11">
            <a:extLst>
              <a:ext uri="{FF2B5EF4-FFF2-40B4-BE49-F238E27FC236}">
                <a16:creationId xmlns:a16="http://schemas.microsoft.com/office/drawing/2014/main" id="{0D8F34B8-DFAD-6DD7-E1A1-4572B7969DDD}"/>
              </a:ext>
            </a:extLst>
          </p:cNvPr>
          <p:cNvSpPr>
            <a:spLocks noGrp="1"/>
          </p:cNvSpPr>
          <p:nvPr>
            <p:ph type="pic" sz="quarter" idx="25"/>
          </p:nvPr>
        </p:nvSpPr>
        <p:spPr>
          <a:xfrm>
            <a:off x="457200" y="1880213"/>
            <a:ext cx="1476000" cy="1476000"/>
          </a:xfrm>
        </p:spPr>
        <p:txBody>
          <a:bodyPr>
            <a:normAutofit/>
          </a:bodyPr>
          <a:lstStyle>
            <a:lvl1pPr algn="ctr">
              <a:defRPr sz="1200"/>
            </a:lvl1pPr>
          </a:lstStyle>
          <a:p>
            <a:r>
              <a:rPr lang="en-US"/>
              <a:t>Click icon to add picture</a:t>
            </a:r>
            <a:endParaRPr lang="en-GB" dirty="0"/>
          </a:p>
        </p:txBody>
      </p:sp>
      <p:sp>
        <p:nvSpPr>
          <p:cNvPr id="3" name="Picture Placeholder 11">
            <a:extLst>
              <a:ext uri="{FF2B5EF4-FFF2-40B4-BE49-F238E27FC236}">
                <a16:creationId xmlns:a16="http://schemas.microsoft.com/office/drawing/2014/main" id="{90D3C277-40A7-31AF-87D8-848A84CDC70C}"/>
              </a:ext>
            </a:extLst>
          </p:cNvPr>
          <p:cNvSpPr>
            <a:spLocks noGrp="1"/>
          </p:cNvSpPr>
          <p:nvPr>
            <p:ph type="pic" sz="quarter" idx="27"/>
          </p:nvPr>
        </p:nvSpPr>
        <p:spPr>
          <a:xfrm>
            <a:off x="6245352" y="1880213"/>
            <a:ext cx="1476000" cy="1476000"/>
          </a:xfrm>
        </p:spPr>
        <p:txBody>
          <a:bodyPr>
            <a:normAutofit/>
          </a:bodyPr>
          <a:lstStyle>
            <a:lvl1pPr algn="ctr">
              <a:defRPr sz="1200"/>
            </a:lvl1pPr>
          </a:lstStyle>
          <a:p>
            <a:r>
              <a:rPr lang="en-US"/>
              <a:t>Click icon to add picture</a:t>
            </a:r>
            <a:endParaRPr lang="en-GB" dirty="0"/>
          </a:p>
        </p:txBody>
      </p:sp>
      <p:sp>
        <p:nvSpPr>
          <p:cNvPr id="4" name="Picture Placeholder 11">
            <a:extLst>
              <a:ext uri="{FF2B5EF4-FFF2-40B4-BE49-F238E27FC236}">
                <a16:creationId xmlns:a16="http://schemas.microsoft.com/office/drawing/2014/main" id="{6B0BFB5D-1E54-FF08-195B-949B6341E16B}"/>
              </a:ext>
            </a:extLst>
          </p:cNvPr>
          <p:cNvSpPr>
            <a:spLocks noGrp="1"/>
          </p:cNvSpPr>
          <p:nvPr>
            <p:ph type="pic" sz="quarter" idx="29"/>
          </p:nvPr>
        </p:nvSpPr>
        <p:spPr>
          <a:xfrm>
            <a:off x="457200" y="4256213"/>
            <a:ext cx="1476000" cy="1476000"/>
          </a:xfrm>
        </p:spPr>
        <p:txBody>
          <a:bodyPr>
            <a:normAutofit/>
          </a:bodyPr>
          <a:lstStyle>
            <a:lvl1pPr algn="ctr">
              <a:defRPr sz="1200"/>
            </a:lvl1pPr>
          </a:lstStyle>
          <a:p>
            <a:r>
              <a:rPr lang="en-US"/>
              <a:t>Click icon to add picture</a:t>
            </a:r>
            <a:endParaRPr lang="en-GB" dirty="0"/>
          </a:p>
        </p:txBody>
      </p:sp>
      <p:sp>
        <p:nvSpPr>
          <p:cNvPr id="5" name="Picture Placeholder 11">
            <a:extLst>
              <a:ext uri="{FF2B5EF4-FFF2-40B4-BE49-F238E27FC236}">
                <a16:creationId xmlns:a16="http://schemas.microsoft.com/office/drawing/2014/main" id="{B70C4541-64E0-0D36-F531-9180AEBAADAD}"/>
              </a:ext>
            </a:extLst>
          </p:cNvPr>
          <p:cNvSpPr>
            <a:spLocks noGrp="1"/>
          </p:cNvSpPr>
          <p:nvPr>
            <p:ph type="pic" sz="quarter" idx="31"/>
          </p:nvPr>
        </p:nvSpPr>
        <p:spPr>
          <a:xfrm>
            <a:off x="6245352" y="4256213"/>
            <a:ext cx="1476000" cy="1476000"/>
          </a:xfrm>
        </p:spPr>
        <p:txBody>
          <a:bodyPr>
            <a:normAutofit/>
          </a:bodyPr>
          <a:lstStyle>
            <a:lvl1pPr algn="ctr">
              <a:defRPr sz="1200"/>
            </a:lvl1pPr>
          </a:lstStyle>
          <a:p>
            <a:r>
              <a:rPr lang="en-US"/>
              <a:t>Click icon to add picture</a:t>
            </a:r>
            <a:endParaRPr lang="en-GB" dirty="0"/>
          </a:p>
        </p:txBody>
      </p:sp>
      <p:sp>
        <p:nvSpPr>
          <p:cNvPr id="7" name="Text Placeholder 12">
            <a:extLst>
              <a:ext uri="{FF2B5EF4-FFF2-40B4-BE49-F238E27FC236}">
                <a16:creationId xmlns:a16="http://schemas.microsoft.com/office/drawing/2014/main" id="{9D3FBE01-C9A4-F88D-C153-2816D6207A40}"/>
              </a:ext>
            </a:extLst>
          </p:cNvPr>
          <p:cNvSpPr>
            <a:spLocks noGrp="1"/>
          </p:cNvSpPr>
          <p:nvPr>
            <p:ph type="body" sz="quarter" idx="33" hasCustomPrompt="1"/>
          </p:nvPr>
        </p:nvSpPr>
        <p:spPr>
          <a:xfrm>
            <a:off x="7898040" y="1880213"/>
            <a:ext cx="3852000" cy="1944000"/>
          </a:xfrm>
        </p:spPr>
        <p:txBody>
          <a:bodyPr/>
          <a:lstStyle>
            <a:lvl1pPr>
              <a:spcBef>
                <a:spcPts val="200"/>
              </a:spcBef>
              <a:spcAft>
                <a:spcPts val="200"/>
              </a:spcAft>
              <a:defRPr sz="1200" b="0">
                <a:solidFill>
                  <a:schemeClr val="bg1"/>
                </a:solidFill>
                <a:latin typeface="Aptos" panose="020B0004020202020204" pitchFamily="34" charset="0"/>
              </a:defRPr>
            </a:lvl1pPr>
            <a:lvl2pPr>
              <a:spcBef>
                <a:spcPts val="200"/>
              </a:spcBef>
              <a:spcAft>
                <a:spcPts val="200"/>
              </a:spcAft>
              <a:defRPr sz="1200" b="0">
                <a:solidFill>
                  <a:schemeClr val="bg1"/>
                </a:solidFill>
                <a:latin typeface="Aptos" panose="020B0004020202020204" pitchFamily="34" charset="0"/>
              </a:defRPr>
            </a:lvl2pPr>
            <a:lvl3pPr marL="365760">
              <a:defRPr>
                <a:solidFill>
                  <a:schemeClr val="bg1"/>
                </a:solidFill>
              </a:defRPr>
            </a:lvl3pPr>
            <a:lvl4pPr marL="548640" indent="-182880">
              <a:defRPr>
                <a:solidFill>
                  <a:schemeClr val="bg1"/>
                </a:solidFill>
              </a:defRPr>
            </a:lvl4pPr>
            <a:lvl5pPr marL="731520">
              <a:defRPr>
                <a:solidFill>
                  <a:schemeClr val="bg1"/>
                </a:solidFill>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8" name="Text Placeholder 12">
            <a:extLst>
              <a:ext uri="{FF2B5EF4-FFF2-40B4-BE49-F238E27FC236}">
                <a16:creationId xmlns:a16="http://schemas.microsoft.com/office/drawing/2014/main" id="{7004DE48-1AC3-4F21-0968-B38909044342}"/>
              </a:ext>
            </a:extLst>
          </p:cNvPr>
          <p:cNvSpPr>
            <a:spLocks noGrp="1"/>
          </p:cNvSpPr>
          <p:nvPr>
            <p:ph type="body" sz="quarter" idx="34" hasCustomPrompt="1"/>
          </p:nvPr>
        </p:nvSpPr>
        <p:spPr>
          <a:xfrm>
            <a:off x="2100744" y="4256213"/>
            <a:ext cx="3852000" cy="1944000"/>
          </a:xfrm>
        </p:spPr>
        <p:txBody>
          <a:bodyPr/>
          <a:lstStyle>
            <a:lvl1pPr>
              <a:spcBef>
                <a:spcPts val="200"/>
              </a:spcBef>
              <a:spcAft>
                <a:spcPts val="200"/>
              </a:spcAft>
              <a:defRPr sz="1200" b="0">
                <a:solidFill>
                  <a:schemeClr val="bg1"/>
                </a:solidFill>
                <a:latin typeface="Aptos" panose="020B0004020202020204" pitchFamily="34" charset="0"/>
              </a:defRPr>
            </a:lvl1pPr>
            <a:lvl2pPr>
              <a:spcBef>
                <a:spcPts val="200"/>
              </a:spcBef>
              <a:spcAft>
                <a:spcPts val="200"/>
              </a:spcAft>
              <a:defRPr sz="1200" b="0">
                <a:solidFill>
                  <a:schemeClr val="bg1"/>
                </a:solidFill>
                <a:latin typeface="Aptos" panose="020B0004020202020204" pitchFamily="34" charset="0"/>
              </a:defRPr>
            </a:lvl2pPr>
            <a:lvl3pPr marL="365760">
              <a:defRPr>
                <a:solidFill>
                  <a:schemeClr val="bg1"/>
                </a:solidFill>
              </a:defRPr>
            </a:lvl3pPr>
            <a:lvl4pPr marL="548640" indent="-182880">
              <a:defRPr>
                <a:solidFill>
                  <a:schemeClr val="bg1"/>
                </a:solidFill>
              </a:defRPr>
            </a:lvl4pPr>
            <a:lvl5pPr marL="731520">
              <a:defRPr>
                <a:solidFill>
                  <a:schemeClr val="bg1"/>
                </a:solidFill>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9" name="Text Placeholder 12">
            <a:extLst>
              <a:ext uri="{FF2B5EF4-FFF2-40B4-BE49-F238E27FC236}">
                <a16:creationId xmlns:a16="http://schemas.microsoft.com/office/drawing/2014/main" id="{684A23D9-9F8C-5A70-1B87-0DD004B8D96E}"/>
              </a:ext>
            </a:extLst>
          </p:cNvPr>
          <p:cNvSpPr>
            <a:spLocks noGrp="1"/>
          </p:cNvSpPr>
          <p:nvPr>
            <p:ph type="body" sz="quarter" idx="35" hasCustomPrompt="1"/>
          </p:nvPr>
        </p:nvSpPr>
        <p:spPr>
          <a:xfrm>
            <a:off x="7898040" y="4256213"/>
            <a:ext cx="3852000" cy="1944000"/>
          </a:xfrm>
        </p:spPr>
        <p:txBody>
          <a:bodyPr/>
          <a:lstStyle>
            <a:lvl1pPr>
              <a:spcBef>
                <a:spcPts val="200"/>
              </a:spcBef>
              <a:spcAft>
                <a:spcPts val="200"/>
              </a:spcAft>
              <a:defRPr sz="1200" b="0">
                <a:solidFill>
                  <a:schemeClr val="bg1"/>
                </a:solidFill>
                <a:latin typeface="Aptos" panose="020B0004020202020204" pitchFamily="34" charset="0"/>
              </a:defRPr>
            </a:lvl1pPr>
            <a:lvl2pPr>
              <a:spcBef>
                <a:spcPts val="200"/>
              </a:spcBef>
              <a:spcAft>
                <a:spcPts val="200"/>
              </a:spcAft>
              <a:defRPr sz="1200" b="0">
                <a:solidFill>
                  <a:schemeClr val="bg1"/>
                </a:solidFill>
                <a:latin typeface="Aptos" panose="020B0004020202020204" pitchFamily="34" charset="0"/>
              </a:defRPr>
            </a:lvl2pPr>
            <a:lvl3pPr marL="365760">
              <a:defRPr>
                <a:solidFill>
                  <a:schemeClr val="bg1"/>
                </a:solidFill>
              </a:defRPr>
            </a:lvl3pPr>
            <a:lvl4pPr marL="548640" indent="-182880">
              <a:defRPr>
                <a:solidFill>
                  <a:schemeClr val="bg1"/>
                </a:solidFill>
              </a:defRPr>
            </a:lvl4pPr>
            <a:lvl5pPr marL="731520">
              <a:defRPr>
                <a:solidFill>
                  <a:schemeClr val="bg1"/>
                </a:solidFill>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0" name="Rectangle 9">
            <a:extLst>
              <a:ext uri="{FF2B5EF4-FFF2-40B4-BE49-F238E27FC236}">
                <a16:creationId xmlns:a16="http://schemas.microsoft.com/office/drawing/2014/main" id="{8B1455C2-E21F-06D2-DADD-7FD7A0C6A036}"/>
              </a:ext>
            </a:extLst>
          </p:cNvPr>
          <p:cNvSpPr/>
          <p:nvPr/>
        </p:nvSpPr>
        <p:spPr>
          <a:xfrm>
            <a:off x="6254496" y="1677307"/>
            <a:ext cx="5495544"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1" name="Rectangle 10">
            <a:extLst>
              <a:ext uri="{FF2B5EF4-FFF2-40B4-BE49-F238E27FC236}">
                <a16:creationId xmlns:a16="http://schemas.microsoft.com/office/drawing/2014/main" id="{96B116F3-3D63-C235-3E40-D7EA6B934CF2}"/>
              </a:ext>
            </a:extLst>
          </p:cNvPr>
          <p:cNvSpPr/>
          <p:nvPr/>
        </p:nvSpPr>
        <p:spPr>
          <a:xfrm>
            <a:off x="457200" y="1677307"/>
            <a:ext cx="5495544"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2" name="Rectangle 11">
            <a:extLst>
              <a:ext uri="{FF2B5EF4-FFF2-40B4-BE49-F238E27FC236}">
                <a16:creationId xmlns:a16="http://schemas.microsoft.com/office/drawing/2014/main" id="{4F46C436-A721-2D60-1AEA-13F0DD3A9223}"/>
              </a:ext>
            </a:extLst>
          </p:cNvPr>
          <p:cNvSpPr/>
          <p:nvPr/>
        </p:nvSpPr>
        <p:spPr>
          <a:xfrm>
            <a:off x="6245352" y="4044901"/>
            <a:ext cx="5495544"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3" name="Rectangle 12">
            <a:extLst>
              <a:ext uri="{FF2B5EF4-FFF2-40B4-BE49-F238E27FC236}">
                <a16:creationId xmlns:a16="http://schemas.microsoft.com/office/drawing/2014/main" id="{C62ED75E-FA16-E5BA-B5F1-A58E06F1A408}"/>
              </a:ext>
            </a:extLst>
          </p:cNvPr>
          <p:cNvSpPr/>
          <p:nvPr/>
        </p:nvSpPr>
        <p:spPr>
          <a:xfrm>
            <a:off x="450000" y="4044901"/>
            <a:ext cx="5495544"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9" name="Text Placeholder 12">
            <a:extLst>
              <a:ext uri="{FF2B5EF4-FFF2-40B4-BE49-F238E27FC236}">
                <a16:creationId xmlns:a16="http://schemas.microsoft.com/office/drawing/2014/main" id="{98DB5DD3-41BE-3F94-9CAF-1C6AF307A274}"/>
              </a:ext>
            </a:extLst>
          </p:cNvPr>
          <p:cNvSpPr>
            <a:spLocks noGrp="1"/>
          </p:cNvSpPr>
          <p:nvPr>
            <p:ph type="body" sz="quarter" idx="36" hasCustomPrompt="1"/>
          </p:nvPr>
        </p:nvSpPr>
        <p:spPr>
          <a:xfrm>
            <a:off x="2100744" y="1880213"/>
            <a:ext cx="3852000" cy="1944000"/>
          </a:xfrm>
        </p:spPr>
        <p:txBody>
          <a:bodyPr/>
          <a:lstStyle>
            <a:lvl1pPr>
              <a:spcBef>
                <a:spcPts val="200"/>
              </a:spcBef>
              <a:spcAft>
                <a:spcPts val="200"/>
              </a:spcAft>
              <a:defRPr sz="1200" b="0">
                <a:solidFill>
                  <a:schemeClr val="bg1"/>
                </a:solidFill>
                <a:latin typeface="Aptos" panose="020B0004020202020204" pitchFamily="34" charset="0"/>
              </a:defRPr>
            </a:lvl1pPr>
            <a:lvl2pPr>
              <a:spcBef>
                <a:spcPts val="200"/>
              </a:spcBef>
              <a:spcAft>
                <a:spcPts val="200"/>
              </a:spcAft>
              <a:defRPr sz="1200" b="0">
                <a:solidFill>
                  <a:schemeClr val="bg1"/>
                </a:solidFill>
                <a:latin typeface="Aptos" panose="020B0004020202020204" pitchFamily="34" charset="0"/>
              </a:defRPr>
            </a:lvl2pPr>
            <a:lvl3pPr marL="365760">
              <a:defRPr>
                <a:solidFill>
                  <a:schemeClr val="bg1"/>
                </a:solidFill>
              </a:defRPr>
            </a:lvl3pPr>
            <a:lvl4pPr marL="548640" indent="-182880">
              <a:defRPr>
                <a:solidFill>
                  <a:schemeClr val="bg1"/>
                </a:solidFill>
              </a:defRPr>
            </a:lvl4pPr>
            <a:lvl5pPr marL="731520">
              <a:defRPr>
                <a:solidFill>
                  <a:schemeClr val="bg1"/>
                </a:solidFill>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1" name="Title Placeholder 1">
            <a:extLst>
              <a:ext uri="{FF2B5EF4-FFF2-40B4-BE49-F238E27FC236}">
                <a16:creationId xmlns:a16="http://schemas.microsoft.com/office/drawing/2014/main" id="{7685A54B-009E-7531-D093-9C1E6AA6E824}"/>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solidFill>
                  <a:schemeClr val="bg1"/>
                </a:solidFill>
                <a:latin typeface="Aptos" panose="020B0004020202020204" pitchFamily="34" charset="0"/>
              </a:defRPr>
            </a:lvl1pPr>
          </a:lstStyle>
          <a:p>
            <a:r>
              <a:rPr lang="en-US" dirty="0"/>
              <a:t>Click to add title</a:t>
            </a:r>
          </a:p>
        </p:txBody>
      </p:sp>
      <p:sp>
        <p:nvSpPr>
          <p:cNvPr id="22" name="Text Placeholder 8">
            <a:extLst>
              <a:ext uri="{FF2B5EF4-FFF2-40B4-BE49-F238E27FC236}">
                <a16:creationId xmlns:a16="http://schemas.microsoft.com/office/drawing/2014/main" id="{1F09F11E-B446-F54E-C136-D44C717D2011}"/>
              </a:ext>
            </a:extLst>
          </p:cNvPr>
          <p:cNvSpPr>
            <a:spLocks noGrp="1"/>
          </p:cNvSpPr>
          <p:nvPr>
            <p:ph type="body" sz="quarter" idx="13" hasCustomPrompt="1"/>
          </p:nvPr>
        </p:nvSpPr>
        <p:spPr>
          <a:xfrm>
            <a:off x="457200" y="684000"/>
            <a:ext cx="11274552" cy="757255"/>
          </a:xfrm>
          <a:prstGeom prst="rect">
            <a:avLst/>
          </a:prstGeom>
        </p:spPr>
        <p:txBody>
          <a:bodyPr vert="horz" lIns="0" tIns="0" rIns="0" bIns="0" rtlCol="0" anchor="t" anchorCtr="0">
            <a:noAutofit/>
          </a:bodyPr>
          <a:lstStyle>
            <a:lvl1pPr>
              <a:spcBef>
                <a:spcPts val="0"/>
              </a:spcBef>
              <a:spcAft>
                <a:spcPts val="0"/>
              </a:spcAft>
              <a:defRPr lang="en-US" sz="1800" b="0" dirty="0">
                <a:solidFill>
                  <a:srgbClr val="D0D0CE"/>
                </a:solidFill>
                <a:latin typeface="Aptos" panose="020B0004020202020204" pitchFamily="34" charset="0"/>
              </a:defRPr>
            </a:lvl1pPr>
          </a:lstStyle>
          <a:p>
            <a:pPr lvl="0"/>
            <a:r>
              <a:rPr lang="en-US" dirty="0"/>
              <a:t>Click to add subtitle</a:t>
            </a:r>
          </a:p>
        </p:txBody>
      </p:sp>
    </p:spTree>
    <p:extLst>
      <p:ext uri="{BB962C8B-B14F-4D97-AF65-F5344CB8AC3E}">
        <p14:creationId xmlns:p14="http://schemas.microsoft.com/office/powerpoint/2010/main" val="1831862531"/>
      </p:ext>
    </p:extLst>
  </p:cSld>
  <p:clrMapOvr>
    <a:masterClrMapping/>
  </p:clrMapOvr>
  <p:transition>
    <p:fade/>
  </p:transition>
  <p:hf hdr="0" dt="0"/>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Qualifications 2 x 1 - Black">
    <p:bg>
      <p:bgPr>
        <a:solidFill>
          <a:schemeClr val="tx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A7C7A401-E3C4-4448-BB60-24DC9B089C72}"/>
              </a:ext>
            </a:extLst>
          </p:cNvPr>
          <p:cNvGraphicFramePr>
            <a:graphicFrameLocks noChangeAspect="1"/>
          </p:cNvGraphicFramePr>
          <p:nvPr>
            <p:custDataLst>
              <p:tags r:id="rId1"/>
            </p:custDataLst>
            <p:extLst>
              <p:ext uri="{D42A27DB-BD31-4B8C-83A1-F6EECF244321}">
                <p14:modId xmlns:p14="http://schemas.microsoft.com/office/powerpoint/2010/main" val="12102339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10" name="think-cell data - do not delete" hidden="1">
                        <a:extLst>
                          <a:ext uri="{FF2B5EF4-FFF2-40B4-BE49-F238E27FC236}">
                            <a16:creationId xmlns:a16="http://schemas.microsoft.com/office/drawing/2014/main" id="{A7C7A401-E3C4-4448-BB60-24DC9B089C7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6" name="Picture Placeholder 11">
            <a:extLst>
              <a:ext uri="{FF2B5EF4-FFF2-40B4-BE49-F238E27FC236}">
                <a16:creationId xmlns:a16="http://schemas.microsoft.com/office/drawing/2014/main" id="{DFBE7610-ECB4-CA89-5B4C-9B0C6E8A5706}"/>
              </a:ext>
            </a:extLst>
          </p:cNvPr>
          <p:cNvSpPr>
            <a:spLocks noGrp="1"/>
          </p:cNvSpPr>
          <p:nvPr>
            <p:ph type="pic" sz="quarter" idx="28"/>
          </p:nvPr>
        </p:nvSpPr>
        <p:spPr>
          <a:xfrm>
            <a:off x="4476744" y="1883664"/>
            <a:ext cx="1476000" cy="1476000"/>
          </a:xfrm>
        </p:spPr>
        <p:txBody>
          <a:bodyPr>
            <a:normAutofit/>
          </a:bodyPr>
          <a:lstStyle>
            <a:lvl1pPr algn="ctr">
              <a:defRPr sz="1200"/>
            </a:lvl1pPr>
          </a:lstStyle>
          <a:p>
            <a:r>
              <a:rPr lang="en-US"/>
              <a:t>Click icon to add picture</a:t>
            </a:r>
            <a:endParaRPr lang="en-GB" dirty="0"/>
          </a:p>
        </p:txBody>
      </p:sp>
      <p:sp>
        <p:nvSpPr>
          <p:cNvPr id="18" name="Picture Placeholder 11">
            <a:extLst>
              <a:ext uri="{FF2B5EF4-FFF2-40B4-BE49-F238E27FC236}">
                <a16:creationId xmlns:a16="http://schemas.microsoft.com/office/drawing/2014/main" id="{6E7011BF-A32B-4689-4585-D2226C8A39D9}"/>
              </a:ext>
            </a:extLst>
          </p:cNvPr>
          <p:cNvSpPr>
            <a:spLocks noGrp="1"/>
          </p:cNvSpPr>
          <p:nvPr>
            <p:ph type="pic" sz="quarter" idx="29"/>
          </p:nvPr>
        </p:nvSpPr>
        <p:spPr>
          <a:xfrm>
            <a:off x="10278000" y="1883664"/>
            <a:ext cx="1476000" cy="1476000"/>
          </a:xfrm>
        </p:spPr>
        <p:txBody>
          <a:bodyPr>
            <a:normAutofit/>
          </a:bodyPr>
          <a:lstStyle>
            <a:lvl1pPr algn="ctr">
              <a:defRPr sz="1200"/>
            </a:lvl1pPr>
          </a:lstStyle>
          <a:p>
            <a:r>
              <a:rPr lang="en-US"/>
              <a:t>Click icon to add picture</a:t>
            </a:r>
            <a:endParaRPr lang="en-GB" dirty="0"/>
          </a:p>
        </p:txBody>
      </p:sp>
      <p:sp>
        <p:nvSpPr>
          <p:cNvPr id="9" name="Content Placeholder 3">
            <a:extLst>
              <a:ext uri="{FF2B5EF4-FFF2-40B4-BE49-F238E27FC236}">
                <a16:creationId xmlns:a16="http://schemas.microsoft.com/office/drawing/2014/main" id="{DBEB426A-016F-1B65-1168-FF2235F36C2A}"/>
              </a:ext>
            </a:extLst>
          </p:cNvPr>
          <p:cNvSpPr>
            <a:spLocks noGrp="1"/>
          </p:cNvSpPr>
          <p:nvPr>
            <p:ph sz="quarter" idx="10" hasCustomPrompt="1"/>
          </p:nvPr>
        </p:nvSpPr>
        <p:spPr>
          <a:xfrm>
            <a:off x="457200" y="3491918"/>
            <a:ext cx="5495544" cy="2880000"/>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2" name="Title Placeholder 1">
            <a:extLst>
              <a:ext uri="{FF2B5EF4-FFF2-40B4-BE49-F238E27FC236}">
                <a16:creationId xmlns:a16="http://schemas.microsoft.com/office/drawing/2014/main" id="{843CBCEE-6AB3-6F31-A1DF-F3F88E17572A}"/>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solidFill>
                  <a:schemeClr val="bg1"/>
                </a:solidFill>
                <a:latin typeface="Aptos" panose="020B0004020202020204" pitchFamily="34" charset="0"/>
              </a:defRPr>
            </a:lvl1pPr>
          </a:lstStyle>
          <a:p>
            <a:r>
              <a:rPr lang="en-US" dirty="0"/>
              <a:t>Click to add title</a:t>
            </a:r>
          </a:p>
        </p:txBody>
      </p:sp>
      <p:sp>
        <p:nvSpPr>
          <p:cNvPr id="14" name="Text Placeholder 8">
            <a:extLst>
              <a:ext uri="{FF2B5EF4-FFF2-40B4-BE49-F238E27FC236}">
                <a16:creationId xmlns:a16="http://schemas.microsoft.com/office/drawing/2014/main" id="{8D7B41BD-8ED5-299A-47F6-EACF78AFCB46}"/>
              </a:ext>
            </a:extLst>
          </p:cNvPr>
          <p:cNvSpPr>
            <a:spLocks noGrp="1"/>
          </p:cNvSpPr>
          <p:nvPr>
            <p:ph type="body" sz="quarter" idx="13" hasCustomPrompt="1"/>
          </p:nvPr>
        </p:nvSpPr>
        <p:spPr>
          <a:xfrm>
            <a:off x="457200" y="684000"/>
            <a:ext cx="11274552" cy="757255"/>
          </a:xfrm>
          <a:prstGeom prst="rect">
            <a:avLst/>
          </a:prstGeom>
        </p:spPr>
        <p:txBody>
          <a:bodyPr vert="horz" lIns="0" tIns="0" rIns="0" bIns="0" rtlCol="0" anchor="t" anchorCtr="0">
            <a:noAutofit/>
          </a:bodyPr>
          <a:lstStyle>
            <a:lvl1pPr>
              <a:spcBef>
                <a:spcPts val="0"/>
              </a:spcBef>
              <a:spcAft>
                <a:spcPts val="0"/>
              </a:spcAft>
              <a:defRPr lang="en-US" sz="1800" b="0" dirty="0">
                <a:solidFill>
                  <a:srgbClr val="D0D0CE"/>
                </a:solidFill>
                <a:latin typeface="Aptos" panose="020B0004020202020204" pitchFamily="34" charset="0"/>
              </a:defRPr>
            </a:lvl1pPr>
          </a:lstStyle>
          <a:p>
            <a:pPr lvl="0"/>
            <a:r>
              <a:rPr lang="en-US" dirty="0"/>
              <a:t>Click to add subtitle</a:t>
            </a:r>
          </a:p>
        </p:txBody>
      </p:sp>
      <p:sp>
        <p:nvSpPr>
          <p:cNvPr id="15" name="Rectangle 14">
            <a:extLst>
              <a:ext uri="{FF2B5EF4-FFF2-40B4-BE49-F238E27FC236}">
                <a16:creationId xmlns:a16="http://schemas.microsoft.com/office/drawing/2014/main" id="{16E79773-3B23-90E9-4D48-A5FDB54800E7}"/>
              </a:ext>
            </a:extLst>
          </p:cNvPr>
          <p:cNvSpPr/>
          <p:nvPr/>
        </p:nvSpPr>
        <p:spPr>
          <a:xfrm>
            <a:off x="6245352" y="1677307"/>
            <a:ext cx="5508000"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7" name="Rectangle 16">
            <a:extLst>
              <a:ext uri="{FF2B5EF4-FFF2-40B4-BE49-F238E27FC236}">
                <a16:creationId xmlns:a16="http://schemas.microsoft.com/office/drawing/2014/main" id="{6B2B04A7-88BB-C053-00D5-6E084E746EAB}"/>
              </a:ext>
            </a:extLst>
          </p:cNvPr>
          <p:cNvSpPr/>
          <p:nvPr/>
        </p:nvSpPr>
        <p:spPr>
          <a:xfrm>
            <a:off x="457200" y="1677307"/>
            <a:ext cx="5495544"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5" name="Content Placeholder 3">
            <a:extLst>
              <a:ext uri="{FF2B5EF4-FFF2-40B4-BE49-F238E27FC236}">
                <a16:creationId xmlns:a16="http://schemas.microsoft.com/office/drawing/2014/main" id="{746306D7-050B-5308-5E5B-4221EF4A7F66}"/>
              </a:ext>
            </a:extLst>
          </p:cNvPr>
          <p:cNvSpPr>
            <a:spLocks noGrp="1"/>
          </p:cNvSpPr>
          <p:nvPr>
            <p:ph sz="quarter" idx="30" hasCustomPrompt="1"/>
          </p:nvPr>
        </p:nvSpPr>
        <p:spPr>
          <a:xfrm>
            <a:off x="6245352" y="3491918"/>
            <a:ext cx="5495544" cy="2880000"/>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Text Placeholder 17">
            <a:extLst>
              <a:ext uri="{FF2B5EF4-FFF2-40B4-BE49-F238E27FC236}">
                <a16:creationId xmlns:a16="http://schemas.microsoft.com/office/drawing/2014/main" id="{6DE0135C-F9C3-EE2B-FE85-1B28EA0EBB82}"/>
              </a:ext>
            </a:extLst>
          </p:cNvPr>
          <p:cNvSpPr>
            <a:spLocks noGrp="1"/>
          </p:cNvSpPr>
          <p:nvPr>
            <p:ph type="body" sz="quarter" idx="4294967295" hasCustomPrompt="1"/>
          </p:nvPr>
        </p:nvSpPr>
        <p:spPr>
          <a:xfrm>
            <a:off x="457200" y="1876425"/>
            <a:ext cx="3922713" cy="148272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dirty="0"/>
          </a:p>
        </p:txBody>
      </p:sp>
      <p:sp>
        <p:nvSpPr>
          <p:cNvPr id="3" name="Text Placeholder 17">
            <a:extLst>
              <a:ext uri="{FF2B5EF4-FFF2-40B4-BE49-F238E27FC236}">
                <a16:creationId xmlns:a16="http://schemas.microsoft.com/office/drawing/2014/main" id="{59E80491-83AB-C6B3-9191-54EDF5F4418A}"/>
              </a:ext>
            </a:extLst>
          </p:cNvPr>
          <p:cNvSpPr>
            <a:spLocks noGrp="1"/>
          </p:cNvSpPr>
          <p:nvPr>
            <p:ph type="body" sz="quarter" idx="4294967295" hasCustomPrompt="1"/>
          </p:nvPr>
        </p:nvSpPr>
        <p:spPr>
          <a:xfrm>
            <a:off x="6239258" y="1876425"/>
            <a:ext cx="3922713" cy="148272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dirty="0"/>
          </a:p>
        </p:txBody>
      </p:sp>
    </p:spTree>
    <p:extLst>
      <p:ext uri="{BB962C8B-B14F-4D97-AF65-F5344CB8AC3E}">
        <p14:creationId xmlns:p14="http://schemas.microsoft.com/office/powerpoint/2010/main" val="2979340831"/>
      </p:ext>
    </p:extLst>
  </p:cSld>
  <p:clrMapOvr>
    <a:masterClrMapping/>
  </p:clrMapOvr>
  <p:transition>
    <p:fade/>
  </p:transition>
  <p:hf hdr="0" dt="0"/>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p:cSld name="End slide - Black">
    <p:bg>
      <p:bgPr>
        <a:solidFill>
          <a:schemeClr val="tx1"/>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3" hasCustomPrompt="1"/>
          </p:nvPr>
        </p:nvSpPr>
        <p:spPr>
          <a:xfrm>
            <a:off x="457200" y="4187952"/>
            <a:ext cx="8528936" cy="2169796"/>
          </a:xfrm>
        </p:spPr>
        <p:txBody>
          <a:bodyPr anchor="b" anchorCtr="0">
            <a:noAutofit/>
          </a:bodyPr>
          <a:lstStyle>
            <a:lvl1pPr>
              <a:lnSpc>
                <a:spcPct val="100000"/>
              </a:lnSpc>
              <a:spcAft>
                <a:spcPts val="450"/>
              </a:spcAft>
              <a:defRPr sz="800" b="0">
                <a:solidFill>
                  <a:schemeClr val="bg1"/>
                </a:solidFill>
              </a:defRPr>
            </a:lvl1pPr>
          </a:lstStyle>
          <a:p>
            <a:pPr lvl="0"/>
            <a:r>
              <a:rPr lang="en-US" dirty="0"/>
              <a:t>Click to add text</a:t>
            </a:r>
          </a:p>
        </p:txBody>
      </p:sp>
      <p:pic>
        <p:nvPicPr>
          <p:cNvPr id="4" name="Picture 3">
            <a:extLst>
              <a:ext uri="{FF2B5EF4-FFF2-40B4-BE49-F238E27FC236}">
                <a16:creationId xmlns:a16="http://schemas.microsoft.com/office/drawing/2014/main" id="{94ADCC45-3C19-3948-0E04-7130E1BB7E8F}"/>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694852" y="5391335"/>
            <a:ext cx="1198880" cy="1198880"/>
          </a:xfrm>
          <a:prstGeom prst="rect">
            <a:avLst/>
          </a:prstGeom>
        </p:spPr>
      </p:pic>
      <p:pic>
        <p:nvPicPr>
          <p:cNvPr id="3" name="Picture 2">
            <a:extLst>
              <a:ext uri="{FF2B5EF4-FFF2-40B4-BE49-F238E27FC236}">
                <a16:creationId xmlns:a16="http://schemas.microsoft.com/office/drawing/2014/main" id="{18165AAD-CB29-40C9-DDB6-76BBE0FFB520}"/>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694852" y="5391335"/>
            <a:ext cx="1198880" cy="1198880"/>
          </a:xfrm>
          <a:prstGeom prst="rect">
            <a:avLst/>
          </a:prstGeom>
        </p:spPr>
      </p:pic>
      <p:pic>
        <p:nvPicPr>
          <p:cNvPr id="5" name="Picture 4">
            <a:extLst>
              <a:ext uri="{FF2B5EF4-FFF2-40B4-BE49-F238E27FC236}">
                <a16:creationId xmlns:a16="http://schemas.microsoft.com/office/drawing/2014/main" id="{7413067E-6C35-538A-0F4D-694ED96021A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694852" y="5391335"/>
            <a:ext cx="1198880" cy="1198880"/>
          </a:xfrm>
          <a:prstGeom prst="rect">
            <a:avLst/>
          </a:prstGeom>
        </p:spPr>
      </p:pic>
      <p:pic>
        <p:nvPicPr>
          <p:cNvPr id="2" name="Picture 1">
            <a:extLst>
              <a:ext uri="{FF2B5EF4-FFF2-40B4-BE49-F238E27FC236}">
                <a16:creationId xmlns:a16="http://schemas.microsoft.com/office/drawing/2014/main" id="{1730800F-FAB6-D47D-41C2-29C4D5E9294D}"/>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17924" y="-4221"/>
            <a:ext cx="2551173" cy="1036907"/>
          </a:xfrm>
          <a:prstGeom prst="rect">
            <a:avLst/>
          </a:prstGeom>
        </p:spPr>
      </p:pic>
    </p:spTree>
    <p:extLst>
      <p:ext uri="{BB962C8B-B14F-4D97-AF65-F5344CB8AC3E}">
        <p14:creationId xmlns:p14="http://schemas.microsoft.com/office/powerpoint/2010/main" val="2165235614"/>
      </p:ext>
    </p:extLst>
  </p:cSld>
  <p:clrMapOvr>
    <a:masterClrMapping/>
  </p:clrMapOvr>
  <p:hf hdr="0" dt="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theme" Target="../theme/theme1.xml"/><Relationship Id="rId59" Type="http://schemas.openxmlformats.org/officeDocument/2006/relationships/tags" Target="../tags/tag2.xml"/><Relationship Id="rId60" Type="http://schemas.openxmlformats.org/officeDocument/2006/relationships/oleObject" Target="../embeddings/oleObject1.bin"/><Relationship Id="rId61"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59"/>
            </p:custDataLst>
            <p:extLst>
              <p:ext uri="{D42A27DB-BD31-4B8C-83A1-F6EECF244321}">
                <p14:modId xmlns:p14="http://schemas.microsoft.com/office/powerpoint/2010/main" val="2630452337"/>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60" imgW="270" imgH="270" progId="TCLayout.ActiveDocument.1">
                  <p:embed/>
                </p:oleObj>
              </mc:Choice>
              <mc:Fallback>
                <p:oleObj name="think-cell Slide" r:id="rId60" imgW="270" imgH="270" progId="TCLayout.ActiveDocument.1">
                  <p:embed/>
                  <p:pic>
                    <p:nvPicPr>
                      <p:cNvPr id="4" name="Object 3" hidden="1"/>
                      <p:cNvPicPr/>
                      <p:nvPr/>
                    </p:nvPicPr>
                    <p:blipFill>
                      <a:blip r:embed="rId61"/>
                      <a:stretch>
                        <a:fillRect/>
                      </a:stretch>
                    </p:blipFill>
                    <p:spPr>
                      <a:xfrm>
                        <a:off x="2119" y="1591"/>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457200" y="345664"/>
            <a:ext cx="11274552" cy="340136"/>
          </a:xfrm>
          <a:prstGeom prst="rect">
            <a:avLst/>
          </a:prstGeom>
        </p:spPr>
        <p:txBody>
          <a:bodyPr vert="horz" lIns="0" tIns="0" rIns="0" bIns="0" rtlCol="0" anchor="t" anchorCtr="0">
            <a:noAutofit/>
          </a:bodyPr>
          <a:lstStyle/>
          <a:p>
            <a:r>
              <a:rPr lang="en-US" noProof="0"/>
              <a:t>Click to edit Master title style</a:t>
            </a:r>
            <a:endParaRPr lang="en-US" noProof="0" dirty="0"/>
          </a:p>
        </p:txBody>
      </p:sp>
      <p:sp>
        <p:nvSpPr>
          <p:cNvPr id="15" name="CaseCode"/>
          <p:cNvSpPr txBox="1"/>
          <p:nvPr/>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rgbClr val="75787B"/>
                </a:solidFill>
                <a:latin typeface="Aptos" panose="020B0004020202020204" pitchFamily="34" charset="0"/>
                <a:cs typeface="Calibri" panose="020F0502020204030204" pitchFamily="34" charset="0"/>
              </a:rPr>
              <a:t>Presentation title</a:t>
            </a:r>
            <a:br>
              <a:rPr lang="en-US" sz="800" noProof="0" dirty="0">
                <a:solidFill>
                  <a:srgbClr val="75787B"/>
                </a:solidFill>
                <a:latin typeface="Aptos" panose="020B0004020202020204" pitchFamily="34" charset="0"/>
                <a:cs typeface="Calibri" panose="020F0502020204030204" pitchFamily="34" charset="0"/>
              </a:rPr>
            </a:br>
            <a:r>
              <a:rPr lang="en-US" sz="800" noProof="0" dirty="0">
                <a:solidFill>
                  <a:srgbClr val="75787B"/>
                </a:solidFill>
                <a:latin typeface="Aptos" panose="020B0004020202020204" pitchFamily="34" charset="0"/>
                <a:cs typeface="Calibri" panose="020F0502020204030204" pitchFamily="34" charset="0"/>
              </a:rPr>
              <a:t>[To edit, click View &gt; Slide Master &gt; Slide Master]</a:t>
            </a:r>
          </a:p>
        </p:txBody>
      </p:sp>
      <p:sp>
        <p:nvSpPr>
          <p:cNvPr id="18" name="Copyright"/>
          <p:cNvSpPr txBox="1"/>
          <p:nvPr/>
        </p:nvSpPr>
        <p:spPr>
          <a:xfrm>
            <a:off x="457200" y="6519672"/>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rgbClr val="75787B"/>
                </a:solidFill>
                <a:latin typeface="Aptos" panose="020B0004020202020204" pitchFamily="34" charset="0"/>
                <a:cs typeface="Calibri" panose="020F0502020204030204" pitchFamily="34" charset="0"/>
              </a:rPr>
              <a:t>Member firms and DTTL: Insert appropriate copyright</a:t>
            </a:r>
            <a:br>
              <a:rPr lang="en-US" sz="800" noProof="0" dirty="0">
                <a:solidFill>
                  <a:srgbClr val="75787B"/>
                </a:solidFill>
                <a:latin typeface="Aptos" panose="020B0004020202020204" pitchFamily="34" charset="0"/>
                <a:cs typeface="Calibri" panose="020F0502020204030204" pitchFamily="34" charset="0"/>
              </a:rPr>
            </a:br>
            <a:r>
              <a:rPr lang="en-US" sz="800" noProof="0" dirty="0">
                <a:solidFill>
                  <a:srgbClr val="75787B"/>
                </a:solidFill>
                <a:latin typeface="Aptos" panose="020B0004020202020204" pitchFamily="34" charset="0"/>
                <a:cs typeface="Calibri" panose="020F0502020204030204" pitchFamily="34" charset="0"/>
              </a:rPr>
              <a:t>[To edit, click View &gt; Slide Master &gt; Slide Master]</a:t>
            </a:r>
          </a:p>
        </p:txBody>
      </p:sp>
      <p:sp>
        <p:nvSpPr>
          <p:cNvPr id="19" name="Text Placeholder 18"/>
          <p:cNvSpPr>
            <a:spLocks noGrp="1"/>
          </p:cNvSpPr>
          <p:nvPr>
            <p:ph type="body" idx="1"/>
          </p:nvPr>
        </p:nvSpPr>
        <p:spPr>
          <a:xfrm>
            <a:off x="460093" y="1679602"/>
            <a:ext cx="11274552" cy="4661916"/>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TextBox 2"/>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rgbClr val="75787B"/>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dirty="0">
              <a:solidFill>
                <a:srgbClr val="75787B"/>
              </a:solidFill>
              <a:latin typeface="Aptos" panose="020B0004020202020204" pitchFamily="34" charset="0"/>
              <a:cs typeface="Calibri" panose="020F0502020204030204" pitchFamily="34" charset="0"/>
            </a:endParaRPr>
          </a:p>
        </p:txBody>
      </p:sp>
    </p:spTree>
    <p:extLst>
      <p:ext uri="{BB962C8B-B14F-4D97-AF65-F5344CB8AC3E}">
        <p14:creationId xmlns:p14="http://schemas.microsoft.com/office/powerpoint/2010/main" val="283617170"/>
      </p:ext>
    </p:extLst>
  </p:cSld>
  <p:clrMap bg1="lt1" tx1="dk1" bg2="lt2" tx2="dk2" accent1="accent1" accent2="accent2" accent3="accent3" accent4="accent4" accent5="accent5" accent6="accent6" hlink="hlink" folHlink="folHlink"/>
  <p:sldLayoutIdLst>
    <p:sldLayoutId id="2147484411" r:id="rId1"/>
    <p:sldLayoutId id="2147484412" r:id="rId2"/>
    <p:sldLayoutId id="2147484413" r:id="rId3"/>
    <p:sldLayoutId id="2147484414" r:id="rId4"/>
    <p:sldLayoutId id="2147484415" r:id="rId5"/>
    <p:sldLayoutId id="2147484416" r:id="rId6"/>
    <p:sldLayoutId id="2147484417" r:id="rId7"/>
    <p:sldLayoutId id="2147484418" r:id="rId8"/>
    <p:sldLayoutId id="2147484419" r:id="rId9"/>
    <p:sldLayoutId id="2147484420" r:id="rId10"/>
    <p:sldLayoutId id="2147484421" r:id="rId11"/>
    <p:sldLayoutId id="2147484422" r:id="rId12"/>
    <p:sldLayoutId id="2147484423" r:id="rId13"/>
    <p:sldLayoutId id="2147484424" r:id="rId14"/>
    <p:sldLayoutId id="2147484425" r:id="rId15"/>
    <p:sldLayoutId id="2147484426" r:id="rId16"/>
    <p:sldLayoutId id="2147484427" r:id="rId17"/>
    <p:sldLayoutId id="2147484428" r:id="rId18"/>
    <p:sldLayoutId id="2147484429" r:id="rId19"/>
    <p:sldLayoutId id="2147484430" r:id="rId20"/>
    <p:sldLayoutId id="2147484431" r:id="rId21"/>
    <p:sldLayoutId id="2147484432" r:id="rId22"/>
    <p:sldLayoutId id="2147484433" r:id="rId23"/>
    <p:sldLayoutId id="2147484434" r:id="rId24"/>
    <p:sldLayoutId id="2147484435" r:id="rId25"/>
    <p:sldLayoutId id="2147484436" r:id="rId26"/>
    <p:sldLayoutId id="2147484437" r:id="rId27"/>
    <p:sldLayoutId id="2147484438" r:id="rId28"/>
    <p:sldLayoutId id="2147484439" r:id="rId29"/>
    <p:sldLayoutId id="2147484440" r:id="rId30"/>
    <p:sldLayoutId id="2147484441" r:id="rId31"/>
    <p:sldLayoutId id="2147484442" r:id="rId32"/>
    <p:sldLayoutId id="2147484443" r:id="rId33"/>
    <p:sldLayoutId id="2147484444" r:id="rId34"/>
    <p:sldLayoutId id="2147484445" r:id="rId35"/>
    <p:sldLayoutId id="2147484446" r:id="rId36"/>
    <p:sldLayoutId id="2147484447" r:id="rId37"/>
    <p:sldLayoutId id="2147484448" r:id="rId38"/>
    <p:sldLayoutId id="2147484449" r:id="rId39"/>
    <p:sldLayoutId id="2147484450" r:id="rId40"/>
    <p:sldLayoutId id="2147484460" r:id="rId41"/>
    <p:sldLayoutId id="2147484461" r:id="rId42"/>
    <p:sldLayoutId id="2147484462" r:id="rId43"/>
    <p:sldLayoutId id="2147484463" r:id="rId44"/>
    <p:sldLayoutId id="2147484464" r:id="rId45"/>
    <p:sldLayoutId id="2147484465" r:id="rId46"/>
    <p:sldLayoutId id="2147484466" r:id="rId47"/>
    <p:sldLayoutId id="2147484467" r:id="rId48"/>
    <p:sldLayoutId id="2147484451" r:id="rId49"/>
    <p:sldLayoutId id="2147484452" r:id="rId50"/>
    <p:sldLayoutId id="2147484453" r:id="rId51"/>
    <p:sldLayoutId id="2147484454" r:id="rId52"/>
    <p:sldLayoutId id="2147484455" r:id="rId53"/>
    <p:sldLayoutId id="2147484456" r:id="rId54"/>
    <p:sldLayoutId id="2147484457" r:id="rId55"/>
    <p:sldLayoutId id="2147484458" r:id="rId56"/>
    <p:sldLayoutId id="2147484459" r:id="rId57"/>
  </p:sldLayoutIdLst>
  <p:transition>
    <p:fade/>
  </p:transition>
  <p:hf hdr="0" dt="0"/>
  <p:txStyles>
    <p:titleStyle>
      <a:lvl1pPr algn="l" defTabSz="685800" rtl="0" eaLnBrk="1" latinLnBrk="0" hangingPunct="1">
        <a:spcBef>
          <a:spcPct val="0"/>
        </a:spcBef>
        <a:buNone/>
        <a:defRPr sz="2100" kern="1200">
          <a:solidFill>
            <a:schemeClr val="tx1"/>
          </a:solidFill>
          <a:latin typeface="Aptos" panose="020B0004020202020204" pitchFamily="34" charset="0"/>
          <a:ea typeface="+mj-ea"/>
          <a:cs typeface="Calibri Light" panose="020F0302020204030204" pitchFamily="34" charset="0"/>
        </a:defRPr>
      </a:lvl1pPr>
    </p:titleStyle>
    <p:bodyStyle>
      <a:lvl1pPr marL="0" indent="0" algn="l" defTabSz="685800" rtl="0" eaLnBrk="1" latinLnBrk="0" hangingPunct="1">
        <a:lnSpc>
          <a:spcPct val="100000"/>
        </a:lnSpc>
        <a:spcBef>
          <a:spcPts val="200"/>
        </a:spcBef>
        <a:spcAft>
          <a:spcPts val="200"/>
        </a:spcAft>
        <a:buSzPct val="100000"/>
        <a:buFontTx/>
        <a:buNone/>
        <a:defRPr sz="1200" b="0" kern="1200">
          <a:solidFill>
            <a:schemeClr val="tx1"/>
          </a:solidFill>
          <a:latin typeface="Aptos" panose="020B0004020202020204" pitchFamily="34" charset="0"/>
          <a:ea typeface="+mn-ea"/>
          <a:cs typeface="Calibri Light" panose="020F0302020204030204" pitchFamily="34" charset="0"/>
        </a:defRPr>
      </a:lvl1pPr>
      <a:lvl2pPr marL="179388" indent="-179388"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dirty="0" smtClean="0">
          <a:solidFill>
            <a:schemeClr val="tx1"/>
          </a:solidFill>
          <a:latin typeface="Aptos" panose="020B0004020202020204" pitchFamily="34" charset="0"/>
          <a:ea typeface="+mn-ea"/>
          <a:cs typeface="Calibri Light" panose="020F0302020204030204" pitchFamily="34" charset="0"/>
        </a:defRPr>
      </a:lvl2pPr>
      <a:lvl3pPr marL="360363" indent="-180975"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dirty="0" smtClean="0">
          <a:solidFill>
            <a:schemeClr val="tx1"/>
          </a:solidFill>
          <a:latin typeface="Aptos" panose="020B0004020202020204" pitchFamily="34" charset="0"/>
          <a:ea typeface="+mn-ea"/>
          <a:cs typeface="Calibri Light" panose="020F0302020204030204" pitchFamily="34" charset="0"/>
        </a:defRPr>
      </a:lvl3pPr>
      <a:lvl4pPr marL="538163" indent="-177800"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baseline="0" dirty="0" smtClean="0">
          <a:solidFill>
            <a:schemeClr val="tx1"/>
          </a:solidFill>
          <a:latin typeface="Aptos" panose="020B0004020202020204" pitchFamily="34" charset="0"/>
          <a:ea typeface="+mn-ea"/>
          <a:cs typeface="Calibri Light" panose="020F0302020204030204" pitchFamily="34" charset="0"/>
        </a:defRPr>
      </a:lvl4pPr>
      <a:lvl5pPr marL="717550" indent="-179388" algn="l" defTabSz="598885" rtl="0" eaLnBrk="1" latinLnBrk="0" hangingPunct="1">
        <a:lnSpc>
          <a:spcPct val="100000"/>
        </a:lnSpc>
        <a:spcBef>
          <a:spcPts val="200"/>
        </a:spcBef>
        <a:spcAft>
          <a:spcPts val="200"/>
        </a:spcAft>
        <a:buClrTx/>
        <a:buSzPct val="100000"/>
        <a:buFont typeface="Arial" panose="020B0604020202020204" pitchFamily="34" charset="0"/>
        <a:buChar char="−"/>
        <a:tabLst/>
        <a:defRPr lang="en-US" sz="1200" b="0" kern="1200" baseline="0" dirty="0" smtClean="0">
          <a:solidFill>
            <a:schemeClr val="tx1"/>
          </a:solidFill>
          <a:latin typeface="Aptos" panose="020B0004020202020204" pitchFamily="34" charset="0"/>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95" pos="3936" userDrawn="1">
          <p15:clr>
            <a:srgbClr val="F26B43"/>
          </p15:clr>
        </p15:guide>
        <p15:guide id="96" orient="horz" pos="4008" userDrawn="1">
          <p15:clr>
            <a:srgbClr val="F26B43"/>
          </p15:clr>
        </p15:guide>
        <p15:guide id="97" orient="horz" pos="4104" userDrawn="1">
          <p15:clr>
            <a:srgbClr val="F26B43"/>
          </p15:clr>
        </p15:guide>
        <p15:guide id="98" orient="horz" pos="1056" userDrawn="1">
          <p15:clr>
            <a:srgbClr val="F26B43"/>
          </p15:clr>
        </p15:guide>
        <p15:guide id="99" pos="3840" userDrawn="1">
          <p15:clr>
            <a:srgbClr val="F26B43"/>
          </p15:clr>
        </p15:guide>
        <p15:guide id="100" pos="7392" userDrawn="1">
          <p15:clr>
            <a:srgbClr val="F26B43"/>
          </p15:clr>
        </p15:guide>
        <p15:guide id="101" orient="horz" pos="216" userDrawn="1">
          <p15:clr>
            <a:srgbClr val="F26B43"/>
          </p15:clr>
        </p15:guide>
        <p15:guide id="102" orient="horz" pos="432" userDrawn="1">
          <p15:clr>
            <a:srgbClr val="F26B43"/>
          </p15:clr>
        </p15:guide>
        <p15:guide id="103" pos="288" userDrawn="1">
          <p15:clr>
            <a:srgbClr val="F26B43"/>
          </p15:clr>
        </p15:guide>
        <p15:guide id="104" pos="374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VulnHunter</a:t>
            </a:r>
          </a:p>
        </p:txBody>
      </p:sp>
      <p:sp>
        <p:nvSpPr>
          <p:cNvPr id="3" name="Text Placeholder 2"/>
          <p:cNvSpPr>
            <a:spLocks noGrp="1"/>
          </p:cNvSpPr>
          <p:nvPr>
            <p:ph type="body" idx="10" sz="quarter"/>
          </p:nvPr>
        </p:nvSpPr>
        <p:spPr/>
        <p:txBody>
          <a:bodyPr/>
          <a:lstStyle/>
          <a:p>
            <a:r>
              <a:t>Deloitte Claude Code Hackathon</a:t>
            </a:r>
          </a:p>
        </p:txBody>
      </p:sp>
      <p:sp>
        <p:nvSpPr>
          <p:cNvPr id="5" name="TextBox 4"/>
          <p:cNvSpPr txBox="1"/>
          <p:nvPr/>
        </p:nvSpPr>
        <p:spPr>
          <a:xfrm>
            <a:off x="457200" y="4526280"/>
            <a:ext cx="5120640" cy="594360"/>
          </a:xfrm>
          <a:prstGeom prst="rect">
            <a:avLst/>
          </a:prstGeom>
          <a:noFill/>
        </p:spPr>
        <p:txBody>
          <a:bodyPr wrap="square">
            <a:spAutoFit/>
          </a:bodyPr>
          <a:lstStyle/>
          <a:p>
            <a:pPr algn="l"/>
            <a:r>
              <a:rPr sz="1300" b="0" i="1">
                <a:solidFill>
                  <a:srgbClr val="FFFFFF"/>
                </a:solidFill>
                <a:latin typeface="Aptos"/>
              </a:rPr>
              <a:t>AI-powered vulnerability scanning &amp; remediation, built on Claude Code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Finding a vulnerability and fixing it are still two different jobs</a:t>
            </a:r>
          </a:p>
        </p:txBody>
      </p:sp>
      <p:sp>
        <p:nvSpPr>
          <p:cNvPr id="4" name="TextBox 3"/>
          <p:cNvSpPr txBox="1"/>
          <p:nvPr/>
        </p:nvSpPr>
        <p:spPr>
          <a:xfrm>
            <a:off x="457200" y="1005840"/>
            <a:ext cx="11274552" cy="502920"/>
          </a:xfrm>
          <a:prstGeom prst="rect">
            <a:avLst/>
          </a:prstGeom>
          <a:noFill/>
        </p:spPr>
        <p:txBody>
          <a:bodyPr wrap="square">
            <a:spAutoFit/>
          </a:bodyPr>
          <a:lstStyle/>
          <a:p>
            <a:pPr algn="l"/>
            <a:r>
              <a:rPr sz="1400" b="0" i="0">
                <a:solidFill>
                  <a:srgbClr val="53565A"/>
                </a:solidFill>
                <a:latin typeface="Aptos"/>
              </a:rPr>
              <a:t>Across code and infrastructure alike, scanners produce reports — turning each finding into a real fix stays manual</a:t>
            </a:r>
          </a:p>
        </p:txBody>
      </p:sp>
      <p:sp>
        <p:nvSpPr>
          <p:cNvPr id="5" name="Rectangle 4"/>
          <p:cNvSpPr/>
          <p:nvPr/>
        </p:nvSpPr>
        <p:spPr>
          <a:xfrm>
            <a:off x="457200" y="1783080"/>
            <a:ext cx="3547872" cy="1874519"/>
          </a:xfrm>
          <a:prstGeom prst="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783080"/>
            <a:ext cx="3547872" cy="54864"/>
          </a:xfrm>
          <a:prstGeom prst="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965960"/>
            <a:ext cx="3182112" cy="365760"/>
          </a:xfrm>
          <a:prstGeom prst="rect">
            <a:avLst/>
          </a:prstGeom>
          <a:noFill/>
        </p:spPr>
        <p:txBody>
          <a:bodyPr wrap="square">
            <a:spAutoFit/>
          </a:bodyPr>
          <a:lstStyle/>
          <a:p>
            <a:pPr algn="l"/>
            <a:r>
              <a:rPr sz="1300" b="1" i="0">
                <a:solidFill>
                  <a:srgbClr val="282728"/>
                </a:solidFill>
                <a:latin typeface="Aptos"/>
              </a:rPr>
              <a:t>Code</a:t>
            </a:r>
          </a:p>
        </p:txBody>
      </p:sp>
      <p:sp>
        <p:nvSpPr>
          <p:cNvPr id="8" name="TextBox 7"/>
          <p:cNvSpPr txBox="1"/>
          <p:nvPr/>
        </p:nvSpPr>
        <p:spPr>
          <a:xfrm>
            <a:off x="640080" y="2377440"/>
            <a:ext cx="3182112" cy="1188720"/>
          </a:xfrm>
          <a:prstGeom prst="rect">
            <a:avLst/>
          </a:prstGeom>
          <a:noFill/>
        </p:spPr>
        <p:txBody>
          <a:bodyPr wrap="square">
            <a:spAutoFit/>
          </a:bodyPr>
          <a:lstStyle/>
          <a:p>
            <a:pPr algn="l"/>
            <a:r>
              <a:rPr sz="1100" b="0" i="0">
                <a:solidFill>
                  <a:srgbClr val="53565A"/>
                </a:solidFill>
                <a:latin typeface="Aptos"/>
              </a:rPr>
              <a:t>Static analysis tools flag SQL injection, secrets, and misconfig — but someone still has to write and review every fix by hand.</a:t>
            </a:r>
          </a:p>
        </p:txBody>
      </p:sp>
      <p:sp>
        <p:nvSpPr>
          <p:cNvPr id="9" name="Rectangle 8"/>
          <p:cNvSpPr/>
          <p:nvPr/>
        </p:nvSpPr>
        <p:spPr>
          <a:xfrm>
            <a:off x="4325112" y="1783080"/>
            <a:ext cx="3547872" cy="1874519"/>
          </a:xfrm>
          <a:prstGeom prst="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25112" y="1783080"/>
            <a:ext cx="3547872" cy="54864"/>
          </a:xfrm>
          <a:prstGeom prst="rect">
            <a:avLst/>
          </a:prstGeom>
          <a:solidFill>
            <a:srgbClr val="0D83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07992" y="1965960"/>
            <a:ext cx="3182112" cy="365760"/>
          </a:xfrm>
          <a:prstGeom prst="rect">
            <a:avLst/>
          </a:prstGeom>
          <a:noFill/>
        </p:spPr>
        <p:txBody>
          <a:bodyPr wrap="square">
            <a:spAutoFit/>
          </a:bodyPr>
          <a:lstStyle/>
          <a:p>
            <a:pPr algn="l"/>
            <a:r>
              <a:rPr sz="1300" b="1" i="0">
                <a:solidFill>
                  <a:srgbClr val="282728"/>
                </a:solidFill>
                <a:latin typeface="Aptos"/>
              </a:rPr>
              <a:t>Infrastructure</a:t>
            </a:r>
          </a:p>
        </p:txBody>
      </p:sp>
      <p:sp>
        <p:nvSpPr>
          <p:cNvPr id="12" name="TextBox 11"/>
          <p:cNvSpPr txBox="1"/>
          <p:nvPr/>
        </p:nvSpPr>
        <p:spPr>
          <a:xfrm>
            <a:off x="4507992" y="2377440"/>
            <a:ext cx="3182112" cy="1188720"/>
          </a:xfrm>
          <a:prstGeom prst="rect">
            <a:avLst/>
          </a:prstGeom>
          <a:noFill/>
        </p:spPr>
        <p:txBody>
          <a:bodyPr wrap="square">
            <a:spAutoFit/>
          </a:bodyPr>
          <a:lstStyle/>
          <a:p>
            <a:pPr algn="l"/>
            <a:r>
              <a:rPr sz="1100" b="0" i="0">
                <a:solidFill>
                  <a:srgbClr val="53565A"/>
                </a:solidFill>
                <a:latin typeface="Aptos"/>
              </a:rPr>
              <a:t>Tenable, Armis, and analyst threat intel each generate their own findings, in their own format, on Windows, Unix, network, and IoT/OT assets.</a:t>
            </a:r>
          </a:p>
        </p:txBody>
      </p:sp>
      <p:sp>
        <p:nvSpPr>
          <p:cNvPr id="13" name="Rectangle 12"/>
          <p:cNvSpPr/>
          <p:nvPr/>
        </p:nvSpPr>
        <p:spPr>
          <a:xfrm>
            <a:off x="8183879" y="1783080"/>
            <a:ext cx="3547872" cy="1874519"/>
          </a:xfrm>
          <a:prstGeom prst="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83879" y="1783080"/>
            <a:ext cx="3547872" cy="54864"/>
          </a:xfrm>
          <a:prstGeom prst="rect">
            <a:avLst/>
          </a:prstGeom>
          <a:solidFill>
            <a:srgbClr val="0055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66759" y="1965960"/>
            <a:ext cx="3182112" cy="365760"/>
          </a:xfrm>
          <a:prstGeom prst="rect">
            <a:avLst/>
          </a:prstGeom>
          <a:noFill/>
        </p:spPr>
        <p:txBody>
          <a:bodyPr wrap="square">
            <a:spAutoFit/>
          </a:bodyPr>
          <a:lstStyle/>
          <a:p>
            <a:pPr algn="l"/>
            <a:r>
              <a:rPr sz="1300" b="1" i="0">
                <a:solidFill>
                  <a:srgbClr val="282728"/>
                </a:solidFill>
                <a:latin typeface="Aptos"/>
              </a:rPr>
              <a:t>The result</a:t>
            </a:r>
          </a:p>
        </p:txBody>
      </p:sp>
      <p:sp>
        <p:nvSpPr>
          <p:cNvPr id="16" name="TextBox 15"/>
          <p:cNvSpPr txBox="1"/>
          <p:nvPr/>
        </p:nvSpPr>
        <p:spPr>
          <a:xfrm>
            <a:off x="8366759" y="2377440"/>
            <a:ext cx="3182112" cy="1188720"/>
          </a:xfrm>
          <a:prstGeom prst="rect">
            <a:avLst/>
          </a:prstGeom>
          <a:noFill/>
        </p:spPr>
        <p:txBody>
          <a:bodyPr wrap="square">
            <a:spAutoFit/>
          </a:bodyPr>
          <a:lstStyle/>
          <a:p>
            <a:pPr algn="l"/>
            <a:r>
              <a:rPr sz="1100" b="0" i="0">
                <a:solidFill>
                  <a:srgbClr val="53565A"/>
                </a:solidFill>
                <a:latin typeface="Aptos"/>
              </a:rPr>
              <a:t>Vulnerability backlogs grow faster than security teams can remediate them — the bottleneck isn't detection, it's the fix.</a:t>
            </a:r>
          </a:p>
        </p:txBody>
      </p:sp>
      <p:sp>
        <p:nvSpPr>
          <p:cNvPr id="17" name="TextBox 16"/>
          <p:cNvSpPr txBox="1"/>
          <p:nvPr/>
        </p:nvSpPr>
        <p:spPr>
          <a:xfrm>
            <a:off x="457200" y="6035040"/>
            <a:ext cx="11274552" cy="274320"/>
          </a:xfrm>
          <a:prstGeom prst="rect">
            <a:avLst/>
          </a:prstGeom>
          <a:noFill/>
        </p:spPr>
        <p:txBody>
          <a:bodyPr wrap="square">
            <a:spAutoFit/>
          </a:bodyPr>
          <a:lstStyle/>
          <a:p>
            <a:pPr algn="l"/>
            <a:r>
              <a:rPr sz="800" b="0" i="1">
                <a:solidFill>
                  <a:srgbClr val="97999B"/>
                </a:solidFill>
                <a:latin typeface="Aptos"/>
              </a:rPr>
              <a:t>Source: VulnHunter repo (Deloitte-US-Consulting/VulnHunter) — SECURITY_REPORT.md, REMEDIATION_PLAN.md, tests/test_pipeline_artifacts.py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Two pipelines, one design philosophy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/vulnhunt: a three-stage agent pipeline scans, reports, and fixes code — safely</a:t>
            </a:r>
          </a:p>
        </p:txBody>
      </p:sp>
      <p:sp>
        <p:nvSpPr>
          <p:cNvPr id="3" name="TextBox 2"/>
          <p:cNvSpPr txBox="1"/>
          <p:nvPr/>
        </p:nvSpPr>
        <p:spPr>
          <a:xfrm>
            <a:off x="457200" y="1005840"/>
            <a:ext cx="11274552" cy="457200"/>
          </a:xfrm>
          <a:prstGeom prst="rect">
            <a:avLst/>
          </a:prstGeom>
          <a:noFill/>
        </p:spPr>
        <p:txBody>
          <a:bodyPr wrap="square">
            <a:spAutoFit/>
          </a:bodyPr>
          <a:lstStyle/>
          <a:p>
            <a:pPr algn="l"/>
            <a:r>
              <a:rPr sz="1300" b="0" i="0">
                <a:solidFill>
                  <a:srgbClr val="53565A"/>
                </a:solidFill>
                <a:latin typeface="Aptos"/>
              </a:rPr>
              <a:t>Each stage is a separate Claude Code subagent with deliberately scoped tool access</a:t>
            </a:r>
          </a:p>
        </p:txBody>
      </p:sp>
      <p:sp>
        <p:nvSpPr>
          <p:cNvPr id="4" name="Rounded Rectangle 3"/>
          <p:cNvSpPr/>
          <p:nvPr/>
        </p:nvSpPr>
        <p:spPr>
          <a:xfrm>
            <a:off x="548640" y="1965960"/>
            <a:ext cx="3383280" cy="566928"/>
          </a:xfrm>
          <a:prstGeom prst="round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Aptos"/>
              </a:rPr>
              <a:t>vuln-scanner</a:t>
            </a:r>
          </a:p>
        </p:txBody>
      </p:sp>
      <p:sp>
        <p:nvSpPr>
          <p:cNvPr id="5" name="Rectangle 4"/>
          <p:cNvSpPr/>
          <p:nvPr/>
        </p:nvSpPr>
        <p:spPr>
          <a:xfrm>
            <a:off x="548640" y="2624328"/>
            <a:ext cx="3383280" cy="365760"/>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0">
                <a:solidFill>
                  <a:srgbClr val="282728"/>
                </a:solidFill>
                <a:latin typeface="Aptos"/>
              </a:rPr>
              <a:t>Read, Grep,
Glob, Bash</a:t>
            </a:r>
          </a:p>
        </p:txBody>
      </p:sp>
      <p:sp>
        <p:nvSpPr>
          <p:cNvPr id="6" name="Rectangle 5"/>
          <p:cNvSpPr/>
          <p:nvPr/>
        </p:nvSpPr>
        <p:spPr>
          <a:xfrm>
            <a:off x="548640" y="3081528"/>
            <a:ext cx="3383280" cy="1051560"/>
          </a:xfrm>
          <a:prstGeom prst="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3172968"/>
            <a:ext cx="3108960" cy="914400"/>
          </a:xfrm>
          <a:prstGeom prst="rect">
            <a:avLst/>
          </a:prstGeom>
          <a:noFill/>
        </p:spPr>
        <p:txBody>
          <a:bodyPr wrap="square">
            <a:spAutoFit/>
          </a:bodyPr>
          <a:lstStyle/>
          <a:p>
            <a:pPr algn="l"/>
            <a:r>
              <a:rPr sz="1000" b="0" i="0">
                <a:solidFill>
                  <a:srgbClr val="53565A"/>
                </a:solidFill>
                <a:latin typeface="Aptos"/>
              </a:rPr>
              <a:t>Finds injection flaws, secrets, insecure config, risky deps, Docker issues. Read-only — cannot modify anything.</a:t>
            </a:r>
          </a:p>
        </p:txBody>
      </p:sp>
      <p:sp>
        <p:nvSpPr>
          <p:cNvPr id="8" name="Right Arrow 7"/>
          <p:cNvSpPr/>
          <p:nvPr/>
        </p:nvSpPr>
        <p:spPr>
          <a:xfrm>
            <a:off x="3959352" y="2139696"/>
            <a:ext cx="265175" cy="219456"/>
          </a:xfrm>
          <a:prstGeom prst="rightArrow">
            <a:avLst/>
          </a:prstGeom>
          <a:solidFill>
            <a:srgbClr val="979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251959" y="1965960"/>
            <a:ext cx="3383280" cy="566928"/>
          </a:xfrm>
          <a:prstGeom prst="roundRect">
            <a:avLst/>
          </a:prstGeom>
          <a:solidFill>
            <a:srgbClr val="0D839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Aptos"/>
              </a:rPr>
              <a:t>vuln-triage-
reporter</a:t>
            </a:r>
          </a:p>
        </p:txBody>
      </p:sp>
      <p:sp>
        <p:nvSpPr>
          <p:cNvPr id="10" name="Rectangle 9"/>
          <p:cNvSpPr/>
          <p:nvPr/>
        </p:nvSpPr>
        <p:spPr>
          <a:xfrm>
            <a:off x="4251959" y="2624328"/>
            <a:ext cx="3383280" cy="365760"/>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0">
                <a:solidFill>
                  <a:srgbClr val="282728"/>
                </a:solidFill>
                <a:latin typeface="Aptos"/>
              </a:rPr>
              <a:t>Write only</a:t>
            </a:r>
          </a:p>
        </p:txBody>
      </p:sp>
      <p:sp>
        <p:nvSpPr>
          <p:cNvPr id="11" name="Rectangle 10"/>
          <p:cNvSpPr/>
          <p:nvPr/>
        </p:nvSpPr>
        <p:spPr>
          <a:xfrm>
            <a:off x="4251959" y="3081528"/>
            <a:ext cx="3383280" cy="1051560"/>
          </a:xfrm>
          <a:prstGeom prst="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0" y="3172968"/>
            <a:ext cx="3108960" cy="914400"/>
          </a:xfrm>
          <a:prstGeom prst="rect">
            <a:avLst/>
          </a:prstGeom>
          <a:noFill/>
        </p:spPr>
        <p:txBody>
          <a:bodyPr wrap="square">
            <a:spAutoFit/>
          </a:bodyPr>
          <a:lstStyle/>
          <a:p>
            <a:pPr algn="l"/>
            <a:r>
              <a:rPr sz="1000" b="0" i="0">
                <a:solidFill>
                  <a:srgbClr val="53565A"/>
                </a:solidFill>
                <a:latin typeface="Aptos"/>
              </a:rPr>
              <a:t>Turns raw findings into SECURITY_REPORT.md — ranked, plain-English impact, remediation plan.</a:t>
            </a:r>
          </a:p>
        </p:txBody>
      </p:sp>
      <p:sp>
        <p:nvSpPr>
          <p:cNvPr id="13" name="Right Arrow 12"/>
          <p:cNvSpPr/>
          <p:nvPr/>
        </p:nvSpPr>
        <p:spPr>
          <a:xfrm>
            <a:off x="7662671" y="2139696"/>
            <a:ext cx="265176" cy="219456"/>
          </a:xfrm>
          <a:prstGeom prst="rightArrow">
            <a:avLst/>
          </a:prstGeom>
          <a:solidFill>
            <a:srgbClr val="979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955279" y="1965960"/>
            <a:ext cx="3383280" cy="566928"/>
          </a:xfrm>
          <a:prstGeom prst="roundRect">
            <a:avLst/>
          </a:prstGeom>
          <a:solidFill>
            <a:srgbClr val="00558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Aptos"/>
              </a:rPr>
              <a:t>vuln-fixer</a:t>
            </a:r>
          </a:p>
        </p:txBody>
      </p:sp>
      <p:sp>
        <p:nvSpPr>
          <p:cNvPr id="15" name="Rectangle 14"/>
          <p:cNvSpPr/>
          <p:nvPr/>
        </p:nvSpPr>
        <p:spPr>
          <a:xfrm>
            <a:off x="7955279" y="2624328"/>
            <a:ext cx="3383280" cy="365760"/>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0">
                <a:solidFill>
                  <a:srgbClr val="282728"/>
                </a:solidFill>
                <a:latin typeface="Aptos"/>
              </a:rPr>
              <a:t>Read, Edit,
Write, Bash</a:t>
            </a:r>
          </a:p>
        </p:txBody>
      </p:sp>
      <p:sp>
        <p:nvSpPr>
          <p:cNvPr id="16" name="Rectangle 15"/>
          <p:cNvSpPr/>
          <p:nvPr/>
        </p:nvSpPr>
        <p:spPr>
          <a:xfrm>
            <a:off x="7955279" y="3081528"/>
            <a:ext cx="3383280" cy="1051560"/>
          </a:xfrm>
          <a:prstGeom prst="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92440" y="3172968"/>
            <a:ext cx="3108960" cy="914400"/>
          </a:xfrm>
          <a:prstGeom prst="rect">
            <a:avLst/>
          </a:prstGeom>
          <a:noFill/>
        </p:spPr>
        <p:txBody>
          <a:bodyPr wrap="square">
            <a:spAutoFit/>
          </a:bodyPr>
          <a:lstStyle/>
          <a:p>
            <a:pPr algn="l"/>
            <a:r>
              <a:rPr sz="1000" b="0" i="0">
                <a:solidFill>
                  <a:srgbClr val="53565A"/>
                </a:solidFill>
                <a:latin typeface="Aptos"/>
              </a:rPr>
              <a:t>Fixes only pre-approved findings, on a new branch, then pushes — never on main directly.</a:t>
            </a:r>
          </a:p>
        </p:txBody>
      </p:sp>
      <p:sp>
        <p:nvSpPr>
          <p:cNvPr id="18" name="Rounded Rectangle 17"/>
          <p:cNvSpPr/>
          <p:nvPr/>
        </p:nvSpPr>
        <p:spPr>
          <a:xfrm>
            <a:off x="548640" y="4224528"/>
            <a:ext cx="10789920" cy="457200"/>
          </a:xfrm>
          <a:prstGeom prst="roundRect">
            <a:avLst/>
          </a:prstGeom>
          <a:solidFill>
            <a:srgbClr val="046A3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Aptos"/>
              </a:rPr>
              <a:t>/vulnhunt &lt;path&gt; [--fix]  —  one command orchestrates all three stages</a:t>
            </a:r>
          </a:p>
        </p:txBody>
      </p:sp>
      <p:sp>
        <p:nvSpPr>
          <p:cNvPr id="19" name="Rounded Rectangle 18"/>
          <p:cNvSpPr/>
          <p:nvPr/>
        </p:nvSpPr>
        <p:spPr>
          <a:xfrm>
            <a:off x="548640" y="4828032"/>
            <a:ext cx="10789920" cy="594360"/>
          </a:xfrm>
          <a:prstGeom prst="roundRect">
            <a:avLst/>
          </a:prstGeom>
          <a:no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4919472"/>
            <a:ext cx="10424160" cy="457200"/>
          </a:xfrm>
          <a:prstGeom prst="rect">
            <a:avLst/>
          </a:prstGeom>
          <a:noFill/>
        </p:spPr>
        <p:txBody>
          <a:bodyPr wrap="square">
            <a:spAutoFit/>
          </a:bodyPr>
          <a:lstStyle/>
          <a:p>
            <a:pPr algn="l"/>
            <a:r>
              <a:rPr sz="1000" b="1" i="1">
                <a:solidFill>
                  <a:srgbClr val="046A38"/>
                </a:solidFill>
                <a:latin typeface="Aptos"/>
              </a:rPr>
              <a:t>Safety model: the tool that FINDS vulnerabilities has no Edit/Write access — it is architecturally incapable of introducing new ones.</a:t>
            </a:r>
          </a:p>
        </p:txBody>
      </p:sp>
      <p:sp>
        <p:nvSpPr>
          <p:cNvPr id="21" name="TextBox 20"/>
          <p:cNvSpPr txBox="1"/>
          <p:nvPr/>
        </p:nvSpPr>
        <p:spPr>
          <a:xfrm>
            <a:off x="457200" y="6035040"/>
            <a:ext cx="11274552" cy="274320"/>
          </a:xfrm>
          <a:prstGeom prst="rect">
            <a:avLst/>
          </a:prstGeom>
          <a:noFill/>
        </p:spPr>
        <p:txBody>
          <a:bodyPr wrap="square">
            <a:spAutoFit/>
          </a:bodyPr>
          <a:lstStyle/>
          <a:p>
            <a:pPr algn="l"/>
            <a:r>
              <a:rPr sz="800" b="0" i="1">
                <a:solidFill>
                  <a:srgbClr val="97999B"/>
                </a:solidFill>
                <a:latin typeface="Aptos"/>
              </a:rPr>
              <a:t>Source: VulnHunter repo (Deloitte-US-Consulting/VulnHunter) — SECURITY_REPORT.md, REMEDIATION_PLAN.md, tests/test_pipeline_artifacts.py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9 real vulnerabilities found in seconds, 6 auto-fixed, 3 correctly left for a human</a:t>
            </a:r>
          </a:p>
        </p:txBody>
      </p:sp>
      <p:sp>
        <p:nvSpPr>
          <p:cNvPr id="5" name="Rectangle 4"/>
          <p:cNvSpPr/>
          <p:nvPr/>
        </p:nvSpPr>
        <p:spPr>
          <a:xfrm>
            <a:off x="457200" y="1737360"/>
            <a:ext cx="2681478" cy="1417320"/>
          </a:xfrm>
          <a:prstGeom prst="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737360"/>
            <a:ext cx="2681478" cy="54864"/>
          </a:xfrm>
          <a:prstGeom prst="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874519"/>
            <a:ext cx="2681478" cy="594360"/>
          </a:xfrm>
          <a:prstGeom prst="rect">
            <a:avLst/>
          </a:prstGeom>
          <a:noFill/>
        </p:spPr>
        <p:txBody>
          <a:bodyPr wrap="square">
            <a:spAutoFit/>
          </a:bodyPr>
          <a:lstStyle/>
          <a:p>
            <a:pPr algn="ctr"/>
            <a:r>
              <a:rPr sz="3000" b="1" i="0">
                <a:solidFill>
                  <a:srgbClr val="86BC25"/>
                </a:solidFill>
                <a:latin typeface="Aptos"/>
              </a:rPr>
              <a:t>9</a:t>
            </a:r>
          </a:p>
        </p:txBody>
      </p:sp>
      <p:sp>
        <p:nvSpPr>
          <p:cNvPr id="8" name="TextBox 7"/>
          <p:cNvSpPr txBox="1"/>
          <p:nvPr/>
        </p:nvSpPr>
        <p:spPr>
          <a:xfrm>
            <a:off x="548640" y="2468880"/>
            <a:ext cx="2498598" cy="640080"/>
          </a:xfrm>
          <a:prstGeom prst="rect">
            <a:avLst/>
          </a:prstGeom>
          <a:noFill/>
        </p:spPr>
        <p:txBody>
          <a:bodyPr wrap="square">
            <a:spAutoFit/>
          </a:bodyPr>
          <a:lstStyle/>
          <a:p>
            <a:pPr algn="ctr"/>
            <a:r>
              <a:rPr sz="1000" b="0" i="0">
                <a:solidFill>
                  <a:srgbClr val="53565A"/>
                </a:solidFill>
                <a:latin typeface="Aptos"/>
              </a:rPr>
              <a:t>Findings
(4 Critical, 2 High, 2 Med, 1 Low)</a:t>
            </a:r>
          </a:p>
        </p:txBody>
      </p:sp>
      <p:sp>
        <p:nvSpPr>
          <p:cNvPr id="9" name="Rectangle 8"/>
          <p:cNvSpPr/>
          <p:nvPr/>
        </p:nvSpPr>
        <p:spPr>
          <a:xfrm>
            <a:off x="3321558" y="1737360"/>
            <a:ext cx="2681478" cy="1417320"/>
          </a:xfrm>
          <a:prstGeom prst="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321558" y="1737360"/>
            <a:ext cx="2681478" cy="54864"/>
          </a:xfrm>
          <a:prstGeom prst="rect">
            <a:avLst/>
          </a:prstGeom>
          <a:solidFill>
            <a:srgbClr val="2689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21558" y="1874519"/>
            <a:ext cx="2681478" cy="594360"/>
          </a:xfrm>
          <a:prstGeom prst="rect">
            <a:avLst/>
          </a:prstGeom>
          <a:noFill/>
        </p:spPr>
        <p:txBody>
          <a:bodyPr wrap="square">
            <a:spAutoFit/>
          </a:bodyPr>
          <a:lstStyle/>
          <a:p>
            <a:pPr algn="ctr"/>
            <a:r>
              <a:rPr sz="3000" b="1" i="0">
                <a:solidFill>
                  <a:srgbClr val="26890D"/>
                </a:solidFill>
                <a:latin typeface="Aptos"/>
              </a:rPr>
              <a:t>6</a:t>
            </a:r>
          </a:p>
        </p:txBody>
      </p:sp>
      <p:sp>
        <p:nvSpPr>
          <p:cNvPr id="12" name="TextBox 11"/>
          <p:cNvSpPr txBox="1"/>
          <p:nvPr/>
        </p:nvSpPr>
        <p:spPr>
          <a:xfrm>
            <a:off x="3412998" y="2468880"/>
            <a:ext cx="2498598" cy="640080"/>
          </a:xfrm>
          <a:prstGeom prst="rect">
            <a:avLst/>
          </a:prstGeom>
          <a:noFill/>
        </p:spPr>
        <p:txBody>
          <a:bodyPr wrap="square">
            <a:spAutoFit/>
          </a:bodyPr>
          <a:lstStyle/>
          <a:p>
            <a:pPr algn="ctr"/>
            <a:r>
              <a:rPr sz="1000" b="0" i="0">
                <a:solidFill>
                  <a:srgbClr val="53565A"/>
                </a:solidFill>
                <a:latin typeface="Aptos"/>
              </a:rPr>
              <a:t>Auto-fixed
on a pushed branch</a:t>
            </a:r>
          </a:p>
        </p:txBody>
      </p:sp>
      <p:sp>
        <p:nvSpPr>
          <p:cNvPr id="13" name="Rectangle 12"/>
          <p:cNvSpPr/>
          <p:nvPr/>
        </p:nvSpPr>
        <p:spPr>
          <a:xfrm>
            <a:off x="6185916" y="1737360"/>
            <a:ext cx="2681478" cy="1417320"/>
          </a:xfrm>
          <a:prstGeom prst="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85916" y="1737360"/>
            <a:ext cx="2681478" cy="54864"/>
          </a:xfrm>
          <a:prstGeom prst="rect">
            <a:avLst/>
          </a:prstGeom>
          <a:solidFill>
            <a:srgbClr val="0D83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85916" y="1874519"/>
            <a:ext cx="2681478" cy="594360"/>
          </a:xfrm>
          <a:prstGeom prst="rect">
            <a:avLst/>
          </a:prstGeom>
          <a:noFill/>
        </p:spPr>
        <p:txBody>
          <a:bodyPr wrap="square">
            <a:spAutoFit/>
          </a:bodyPr>
          <a:lstStyle/>
          <a:p>
            <a:pPr algn="ctr"/>
            <a:r>
              <a:rPr sz="3000" b="1" i="0">
                <a:solidFill>
                  <a:srgbClr val="0D8390"/>
                </a:solidFill>
                <a:latin typeface="Aptos"/>
              </a:rPr>
              <a:t>3</a:t>
            </a:r>
          </a:p>
        </p:txBody>
      </p:sp>
      <p:sp>
        <p:nvSpPr>
          <p:cNvPr id="16" name="TextBox 15"/>
          <p:cNvSpPr txBox="1"/>
          <p:nvPr/>
        </p:nvSpPr>
        <p:spPr>
          <a:xfrm>
            <a:off x="6277356" y="2468880"/>
            <a:ext cx="2498598" cy="640080"/>
          </a:xfrm>
          <a:prstGeom prst="rect">
            <a:avLst/>
          </a:prstGeom>
          <a:noFill/>
        </p:spPr>
        <p:txBody>
          <a:bodyPr wrap="square">
            <a:spAutoFit/>
          </a:bodyPr>
          <a:lstStyle/>
          <a:p>
            <a:pPr algn="ctr"/>
            <a:r>
              <a:rPr sz="1000" b="0" i="0">
                <a:solidFill>
                  <a:srgbClr val="53565A"/>
                </a:solidFill>
                <a:latin typeface="Aptos"/>
              </a:rPr>
              <a:t>Flagged for
human review</a:t>
            </a:r>
          </a:p>
        </p:txBody>
      </p:sp>
      <p:sp>
        <p:nvSpPr>
          <p:cNvPr id="17" name="Rectangle 16"/>
          <p:cNvSpPr/>
          <p:nvPr/>
        </p:nvSpPr>
        <p:spPr>
          <a:xfrm>
            <a:off x="9050274" y="1737360"/>
            <a:ext cx="2681478" cy="1417320"/>
          </a:xfrm>
          <a:prstGeom prst="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050274" y="1737360"/>
            <a:ext cx="2681478" cy="54864"/>
          </a:xfrm>
          <a:prstGeom prst="rect">
            <a:avLst/>
          </a:prstGeom>
          <a:solidFill>
            <a:srgbClr val="0055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50274" y="1874519"/>
            <a:ext cx="2681478" cy="594360"/>
          </a:xfrm>
          <a:prstGeom prst="rect">
            <a:avLst/>
          </a:prstGeom>
          <a:noFill/>
        </p:spPr>
        <p:txBody>
          <a:bodyPr wrap="square">
            <a:spAutoFit/>
          </a:bodyPr>
          <a:lstStyle/>
          <a:p>
            <a:pPr algn="ctr"/>
            <a:r>
              <a:rPr sz="3000" b="1" i="0">
                <a:solidFill>
                  <a:srgbClr val="005587"/>
                </a:solidFill>
                <a:latin typeface="Aptos"/>
              </a:rPr>
              <a:t>100%</a:t>
            </a:r>
          </a:p>
        </p:txBody>
      </p:sp>
      <p:sp>
        <p:nvSpPr>
          <p:cNvPr id="20" name="TextBox 19"/>
          <p:cNvSpPr txBox="1"/>
          <p:nvPr/>
        </p:nvSpPr>
        <p:spPr>
          <a:xfrm>
            <a:off x="9141714" y="2468880"/>
            <a:ext cx="2498598" cy="640080"/>
          </a:xfrm>
          <a:prstGeom prst="rect">
            <a:avLst/>
          </a:prstGeom>
          <a:noFill/>
        </p:spPr>
        <p:txBody>
          <a:bodyPr wrap="square">
            <a:spAutoFit/>
          </a:bodyPr>
          <a:lstStyle/>
          <a:p>
            <a:pPr algn="ctr"/>
            <a:r>
              <a:rPr sz="1000" b="0" i="0">
                <a:solidFill>
                  <a:srgbClr val="53565A"/>
                </a:solidFill>
                <a:latin typeface="Aptos"/>
              </a:rPr>
              <a:t>Manual-review
findings left untouched</a:t>
            </a:r>
          </a:p>
        </p:txBody>
      </p:sp>
      <p:graphicFrame>
        <p:nvGraphicFramePr>
          <p:cNvPr id="21" name="Table 20"/>
          <p:cNvGraphicFramePr>
            <a:graphicFrameLocks noGrp="1"/>
          </p:cNvGraphicFramePr>
          <p:nvPr/>
        </p:nvGraphicFramePr>
        <p:xfrm>
          <a:off x="457200" y="3429000"/>
          <a:ext cx="11274552" cy="2331720"/>
        </p:xfrm>
        <a:graphic>
          <a:graphicData uri="http://schemas.openxmlformats.org/drawingml/2006/table">
            <a:tbl>
              <a:tblPr firstRow="1" bandRow="1">
                <a:tableStyleId>{5C22544A-7EE6-4342-B048-85BDC9FD1C3A}</a:tableStyleId>
              </a:tblPr>
              <a:tblGrid>
                <a:gridCol w="1371600"/>
                <a:gridCol w="5029200"/>
                <a:gridCol w="1463040"/>
                <a:gridCol w="3410712"/>
              </a:tblGrid>
              <a:tr h="388620">
                <a:tc>
                  <a:txBody>
                    <a:bodyPr/>
                    <a:lstStyle/>
                    <a:p>
                      <a:pPr algn="l"/>
                      <a:r>
                        <a:rPr sz="1050" b="1">
                          <a:solidFill>
                            <a:srgbClr val="FFFFFF"/>
                          </a:solidFill>
                          <a:latin typeface="Aptos"/>
                        </a:rPr>
                        <a:t>ID</a:t>
                      </a:r>
                    </a:p>
                  </a:txBody>
                  <a:tcPr>
                    <a:solidFill>
                      <a:srgbClr val="86BC25"/>
                    </a:solidFill>
                  </a:tcPr>
                </a:tc>
                <a:tc>
                  <a:txBody>
                    <a:bodyPr/>
                    <a:lstStyle/>
                    <a:p>
                      <a:pPr algn="l"/>
                      <a:r>
                        <a:rPr sz="1050" b="1">
                          <a:solidFill>
                            <a:srgbClr val="FFFFFF"/>
                          </a:solidFill>
                          <a:latin typeface="Aptos"/>
                        </a:rPr>
                        <a:t>Title</a:t>
                      </a:r>
                    </a:p>
                  </a:txBody>
                  <a:tcPr>
                    <a:solidFill>
                      <a:srgbClr val="86BC25"/>
                    </a:solidFill>
                  </a:tcPr>
                </a:tc>
                <a:tc>
                  <a:txBody>
                    <a:bodyPr/>
                    <a:lstStyle/>
                    <a:p>
                      <a:pPr algn="l"/>
                      <a:r>
                        <a:rPr sz="1050" b="1">
                          <a:solidFill>
                            <a:srgbClr val="FFFFFF"/>
                          </a:solidFill>
                          <a:latin typeface="Aptos"/>
                        </a:rPr>
                        <a:t>Severity</a:t>
                      </a:r>
                    </a:p>
                  </a:txBody>
                  <a:tcPr>
                    <a:solidFill>
                      <a:srgbClr val="86BC25"/>
                    </a:solidFill>
                  </a:tcPr>
                </a:tc>
                <a:tc>
                  <a:txBody>
                    <a:bodyPr/>
                    <a:lstStyle/>
                    <a:p>
                      <a:pPr algn="l"/>
                      <a:r>
                        <a:rPr sz="1050" b="1">
                          <a:solidFill>
                            <a:srgbClr val="FFFFFF"/>
                          </a:solidFill>
                          <a:latin typeface="Aptos"/>
                        </a:rPr>
                        <a:t>Fix</a:t>
                      </a:r>
                    </a:p>
                  </a:txBody>
                  <a:tcPr>
                    <a:solidFill>
                      <a:srgbClr val="86BC25"/>
                    </a:solidFill>
                  </a:tcPr>
                </a:tc>
              </a:tr>
              <a:tr h="388620">
                <a:tc>
                  <a:txBody>
                    <a:bodyPr/>
                    <a:lstStyle/>
                    <a:p>
                      <a:pPr algn="l"/>
                      <a:r>
                        <a:rPr sz="1050">
                          <a:solidFill>
                            <a:srgbClr val="282728"/>
                          </a:solidFill>
                          <a:latin typeface="Aptos"/>
                        </a:rPr>
                        <a:t>VULN-1/8</a:t>
                      </a:r>
                    </a:p>
                  </a:txBody>
                  <a:tcPr>
                    <a:solidFill>
                      <a:srgbClr val="FFFFFF"/>
                    </a:solidFill>
                  </a:tcPr>
                </a:tc>
                <a:tc>
                  <a:txBody>
                    <a:bodyPr/>
                    <a:lstStyle/>
                    <a:p>
                      <a:pPr algn="l"/>
                      <a:r>
                        <a:rPr sz="1050">
                          <a:solidFill>
                            <a:srgbClr val="282728"/>
                          </a:solidFill>
                          <a:latin typeface="Aptos"/>
                        </a:rPr>
                        <a:t>Hardcoded Stripe key (app + Docker)</a:t>
                      </a:r>
                    </a:p>
                  </a:txBody>
                  <a:tcPr>
                    <a:solidFill>
                      <a:srgbClr val="FFFFFF"/>
                    </a:solidFill>
                  </a:tcPr>
                </a:tc>
                <a:tc>
                  <a:txBody>
                    <a:bodyPr/>
                    <a:lstStyle/>
                    <a:p>
                      <a:pPr algn="l"/>
                      <a:r>
                        <a:rPr sz="1050">
                          <a:solidFill>
                            <a:srgbClr val="282728"/>
                          </a:solidFill>
                          <a:latin typeface="Aptos"/>
                        </a:rPr>
                        <a:t>Critical</a:t>
                      </a:r>
                    </a:p>
                  </a:txBody>
                  <a:tcPr>
                    <a:solidFill>
                      <a:srgbClr val="FFFFFF"/>
                    </a:solidFill>
                  </a:tcPr>
                </a:tc>
                <a:tc>
                  <a:txBody>
                    <a:bodyPr/>
                    <a:lstStyle/>
                    <a:p>
                      <a:pPr algn="l"/>
                      <a:r>
                        <a:rPr sz="1050">
                          <a:solidFill>
                            <a:srgbClr val="282728"/>
                          </a:solidFill>
                          <a:latin typeface="Aptos"/>
                        </a:rPr>
                        <a:t>Auto-fixed → env var</a:t>
                      </a:r>
                    </a:p>
                  </a:txBody>
                  <a:tcPr>
                    <a:solidFill>
                      <a:srgbClr val="FFFFFF"/>
                    </a:solidFill>
                  </a:tcPr>
                </a:tc>
              </a:tr>
              <a:tr h="388620">
                <a:tc>
                  <a:txBody>
                    <a:bodyPr/>
                    <a:lstStyle/>
                    <a:p>
                      <a:pPr algn="l"/>
                      <a:r>
                        <a:rPr sz="1050">
                          <a:solidFill>
                            <a:srgbClr val="282728"/>
                          </a:solidFill>
                          <a:latin typeface="Aptos"/>
                        </a:rPr>
                        <a:t>VULN-2</a:t>
                      </a:r>
                    </a:p>
                  </a:txBody>
                  <a:tcPr>
                    <a:solidFill>
                      <a:srgbClr val="FFFFFF"/>
                    </a:solidFill>
                  </a:tcPr>
                </a:tc>
                <a:tc>
                  <a:txBody>
                    <a:bodyPr/>
                    <a:lstStyle/>
                    <a:p>
                      <a:pPr algn="l"/>
                      <a:r>
                        <a:rPr sz="1050">
                          <a:solidFill>
                            <a:srgbClr val="282728"/>
                          </a:solidFill>
                          <a:latin typeface="Aptos"/>
                        </a:rPr>
                        <a:t>SQL injection via string concat</a:t>
                      </a:r>
                    </a:p>
                  </a:txBody>
                  <a:tcPr>
                    <a:solidFill>
                      <a:srgbClr val="FFFFFF"/>
                    </a:solidFill>
                  </a:tcPr>
                </a:tc>
                <a:tc>
                  <a:txBody>
                    <a:bodyPr/>
                    <a:lstStyle/>
                    <a:p>
                      <a:pPr algn="l"/>
                      <a:r>
                        <a:rPr sz="1050">
                          <a:solidFill>
                            <a:srgbClr val="282728"/>
                          </a:solidFill>
                          <a:latin typeface="Aptos"/>
                        </a:rPr>
                        <a:t>Critical</a:t>
                      </a:r>
                    </a:p>
                  </a:txBody>
                  <a:tcPr>
                    <a:solidFill>
                      <a:srgbClr val="FFFFFF"/>
                    </a:solidFill>
                  </a:tcPr>
                </a:tc>
                <a:tc>
                  <a:txBody>
                    <a:bodyPr/>
                    <a:lstStyle/>
                    <a:p>
                      <a:pPr algn="l"/>
                      <a:r>
                        <a:rPr sz="1050">
                          <a:solidFill>
                            <a:srgbClr val="282728"/>
                          </a:solidFill>
                          <a:latin typeface="Aptos"/>
                        </a:rPr>
                        <a:t>Auto-fixed → parameterized query</a:t>
                      </a:r>
                    </a:p>
                  </a:txBody>
                  <a:tcPr>
                    <a:solidFill>
                      <a:srgbClr val="FFFFFF"/>
                    </a:solidFill>
                  </a:tcPr>
                </a:tc>
              </a:tr>
              <a:tr h="388620">
                <a:tc>
                  <a:txBody>
                    <a:bodyPr/>
                    <a:lstStyle/>
                    <a:p>
                      <a:pPr algn="l"/>
                      <a:r>
                        <a:rPr sz="1050">
                          <a:solidFill>
                            <a:srgbClr val="282728"/>
                          </a:solidFill>
                          <a:latin typeface="Aptos"/>
                        </a:rPr>
                        <a:t>VULN-4</a:t>
                      </a:r>
                    </a:p>
                  </a:txBody>
                  <a:tcPr>
                    <a:solidFill>
                      <a:srgbClr val="FFFFFF"/>
                    </a:solidFill>
                  </a:tcPr>
                </a:tc>
                <a:tc>
                  <a:txBody>
                    <a:bodyPr/>
                    <a:lstStyle/>
                    <a:p>
                      <a:pPr algn="l"/>
                      <a:r>
                        <a:rPr sz="1050">
                          <a:solidFill>
                            <a:srgbClr val="282728"/>
                          </a:solidFill>
                          <a:latin typeface="Aptos"/>
                        </a:rPr>
                        <a:t>Command injection (shell=True)</a:t>
                      </a:r>
                    </a:p>
                  </a:txBody>
                  <a:tcPr>
                    <a:solidFill>
                      <a:srgbClr val="FFFFFF"/>
                    </a:solidFill>
                  </a:tcPr>
                </a:tc>
                <a:tc>
                  <a:txBody>
                    <a:bodyPr/>
                    <a:lstStyle/>
                    <a:p>
                      <a:pPr algn="l"/>
                      <a:r>
                        <a:rPr sz="1050">
                          <a:solidFill>
                            <a:srgbClr val="282728"/>
                          </a:solidFill>
                          <a:latin typeface="Aptos"/>
                        </a:rPr>
                        <a:t>Critical</a:t>
                      </a:r>
                    </a:p>
                  </a:txBody>
                  <a:tcPr>
                    <a:solidFill>
                      <a:srgbClr val="FFFFFF"/>
                    </a:solidFill>
                  </a:tcPr>
                </a:tc>
                <a:tc>
                  <a:txBody>
                    <a:bodyPr/>
                    <a:lstStyle/>
                    <a:p>
                      <a:pPr algn="l"/>
                      <a:r>
                        <a:rPr sz="1050">
                          <a:solidFill>
                            <a:srgbClr val="282728"/>
                          </a:solidFill>
                          <a:latin typeface="Aptos"/>
                        </a:rPr>
                        <a:t>Auto-fixed → arg list, shell=False</a:t>
                      </a:r>
                    </a:p>
                  </a:txBody>
                  <a:tcPr>
                    <a:solidFill>
                      <a:srgbClr val="FFFFFF"/>
                    </a:solidFill>
                  </a:tcPr>
                </a:tc>
              </a:tr>
              <a:tr h="388620">
                <a:tc>
                  <a:txBody>
                    <a:bodyPr/>
                    <a:lstStyle/>
                    <a:p>
                      <a:pPr algn="l"/>
                      <a:r>
                        <a:rPr sz="1050">
                          <a:solidFill>
                            <a:srgbClr val="282728"/>
                          </a:solidFill>
                          <a:latin typeface="Aptos"/>
                        </a:rPr>
                        <a:t>VULN-3</a:t>
                      </a:r>
                    </a:p>
                  </a:txBody>
                  <a:tcPr>
                    <a:solidFill>
                      <a:srgbClr val="FFFFFF"/>
                    </a:solidFill>
                  </a:tcPr>
                </a:tc>
                <a:tc>
                  <a:txBody>
                    <a:bodyPr/>
                    <a:lstStyle/>
                    <a:p>
                      <a:pPr algn="l"/>
                      <a:r>
                        <a:rPr sz="1050">
                          <a:solidFill>
                            <a:srgbClr val="282728"/>
                          </a:solidFill>
                          <a:latin typeface="Aptos"/>
                        </a:rPr>
                        <a:t>eval() on user input</a:t>
                      </a:r>
                    </a:p>
                  </a:txBody>
                  <a:tcPr>
                    <a:solidFill>
                      <a:srgbClr val="FFFFFF"/>
                    </a:solidFill>
                  </a:tcPr>
                </a:tc>
                <a:tc>
                  <a:txBody>
                    <a:bodyPr/>
                    <a:lstStyle/>
                    <a:p>
                      <a:pPr algn="l"/>
                      <a:r>
                        <a:rPr sz="1050">
                          <a:solidFill>
                            <a:srgbClr val="282728"/>
                          </a:solidFill>
                          <a:latin typeface="Aptos"/>
                        </a:rPr>
                        <a:t>High</a:t>
                      </a:r>
                    </a:p>
                  </a:txBody>
                  <a:tcPr>
                    <a:solidFill>
                      <a:srgbClr val="FFFFFF"/>
                    </a:solidFill>
                  </a:tcPr>
                </a:tc>
                <a:tc>
                  <a:txBody>
                    <a:bodyPr/>
                    <a:lstStyle/>
                    <a:p>
                      <a:pPr algn="l"/>
                      <a:r>
                        <a:rPr sz="1050">
                          <a:solidFill>
                            <a:srgbClr val="282728"/>
                          </a:solidFill>
                          <a:latin typeface="Aptos"/>
                        </a:rPr>
                        <a:t>Manual — needs a real expression parser</a:t>
                      </a:r>
                    </a:p>
                  </a:txBody>
                  <a:tcPr>
                    <a:solidFill>
                      <a:srgbClr val="FFFFFF"/>
                    </a:solidFill>
                  </a:tcPr>
                </a:tc>
              </a:tr>
              <a:tr h="388620">
                <a:tc>
                  <a:txBody>
                    <a:bodyPr/>
                    <a:lstStyle/>
                    <a:p>
                      <a:pPr algn="l"/>
                      <a:r>
                        <a:rPr sz="1050">
                          <a:solidFill>
                            <a:srgbClr val="282728"/>
                          </a:solidFill>
                          <a:latin typeface="Aptos"/>
                        </a:rPr>
                        <a:t>VULN-6</a:t>
                      </a:r>
                    </a:p>
                  </a:txBody>
                  <a:tcPr>
                    <a:solidFill>
                      <a:srgbClr val="FFFFFF"/>
                    </a:solidFill>
                  </a:tcPr>
                </a:tc>
                <a:tc>
                  <a:txBody>
                    <a:bodyPr/>
                    <a:lstStyle/>
                    <a:p>
                      <a:pPr algn="l"/>
                      <a:r>
                        <a:rPr sz="1050">
                          <a:solidFill>
                            <a:srgbClr val="282728"/>
                          </a:solidFill>
                          <a:latin typeface="Aptos"/>
                        </a:rPr>
                        <a:t>Plaintext password storage</a:t>
                      </a:r>
                    </a:p>
                  </a:txBody>
                  <a:tcPr>
                    <a:solidFill>
                      <a:srgbClr val="FFFFFF"/>
                    </a:solidFill>
                  </a:tcPr>
                </a:tc>
                <a:tc>
                  <a:txBody>
                    <a:bodyPr/>
                    <a:lstStyle/>
                    <a:p>
                      <a:pPr algn="l"/>
                      <a:r>
                        <a:rPr sz="1050">
                          <a:solidFill>
                            <a:srgbClr val="282728"/>
                          </a:solidFill>
                          <a:latin typeface="Aptos"/>
                        </a:rPr>
                        <a:t>High</a:t>
                      </a:r>
                    </a:p>
                  </a:txBody>
                  <a:tcPr>
                    <a:solidFill>
                      <a:srgbClr val="FFFFFF"/>
                    </a:solidFill>
                  </a:tcPr>
                </a:tc>
                <a:tc>
                  <a:txBody>
                    <a:bodyPr/>
                    <a:lstStyle/>
                    <a:p>
                      <a:pPr algn="l"/>
                      <a:r>
                        <a:rPr sz="1050">
                          <a:solidFill>
                            <a:srgbClr val="282728"/>
                          </a:solidFill>
                          <a:latin typeface="Aptos"/>
                        </a:rPr>
                        <a:t>Manual — needs a migration plan</a:t>
                      </a:r>
                    </a:p>
                  </a:txBody>
                  <a:tcPr>
                    <a:solidFill>
                      <a:srgbClr val="FFFFFF"/>
                    </a:solidFill>
                  </a:tcPr>
                </a:tc>
              </a:tr>
            </a:tbl>
          </a:graphicData>
        </a:graphic>
      </p:graphicFrame>
      <p:sp>
        <p:nvSpPr>
          <p:cNvPr id="22" name="TextBox 21"/>
          <p:cNvSpPr txBox="1"/>
          <p:nvPr/>
        </p:nvSpPr>
        <p:spPr>
          <a:xfrm>
            <a:off x="457200" y="6035040"/>
            <a:ext cx="11274552" cy="274320"/>
          </a:xfrm>
          <a:prstGeom prst="rect">
            <a:avLst/>
          </a:prstGeom>
          <a:noFill/>
        </p:spPr>
        <p:txBody>
          <a:bodyPr wrap="square">
            <a:spAutoFit/>
          </a:bodyPr>
          <a:lstStyle/>
          <a:p>
            <a:pPr algn="l"/>
            <a:r>
              <a:rPr sz="800" b="0" i="1">
                <a:solidFill>
                  <a:srgbClr val="97999B"/>
                </a:solidFill>
                <a:latin typeface="Aptos"/>
              </a:rPr>
              <a:t>Source: VulnHunter repo (Deloitte-US-Consulting/VulnHunter) — SECURITY_REPORT.md, REMEDIATION_PLAN.md, tests/test_pipeline_artifacts.py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/remediate: the same pattern, extended across the whole infrastructure estate</a:t>
            </a:r>
          </a:p>
        </p:txBody>
      </p:sp>
      <p:sp>
        <p:nvSpPr>
          <p:cNvPr id="3" name="TextBox 2"/>
          <p:cNvSpPr txBox="1"/>
          <p:nvPr/>
        </p:nvSpPr>
        <p:spPr>
          <a:xfrm>
            <a:off x="457200" y="1005840"/>
            <a:ext cx="11274552" cy="457200"/>
          </a:xfrm>
          <a:prstGeom prst="rect">
            <a:avLst/>
          </a:prstGeom>
          <a:noFill/>
        </p:spPr>
        <p:txBody>
          <a:bodyPr wrap="square">
            <a:spAutoFit/>
          </a:bodyPr>
          <a:lstStyle/>
          <a:p>
            <a:pPr algn="l"/>
            <a:r>
              <a:rPr sz="1300" b="0" i="0">
                <a:solidFill>
                  <a:srgbClr val="53565A"/>
                </a:solidFill>
                <a:latin typeface="Aptos"/>
              </a:rPr>
              <a:t>Ingests Tenable, Armis, and analyst threat intel; normalizes, plans by risk, then generates reviewable fixes</a:t>
            </a:r>
          </a:p>
        </p:txBody>
      </p:sp>
      <p:sp>
        <p:nvSpPr>
          <p:cNvPr id="4" name="Rounded Rectangle 3"/>
          <p:cNvSpPr/>
          <p:nvPr/>
        </p:nvSpPr>
        <p:spPr>
          <a:xfrm>
            <a:off x="548640" y="1828800"/>
            <a:ext cx="1737360" cy="502920"/>
          </a:xfrm>
          <a:prstGeom prst="roundRect">
            <a:avLst/>
          </a:prstGeom>
          <a:solidFill>
            <a:srgbClr val="97999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Aptos"/>
              </a:rPr>
              <a:t>Tenable
(CSV)</a:t>
            </a:r>
          </a:p>
        </p:txBody>
      </p:sp>
      <p:sp>
        <p:nvSpPr>
          <p:cNvPr id="5" name="Rounded Rectangle 4"/>
          <p:cNvSpPr/>
          <p:nvPr/>
        </p:nvSpPr>
        <p:spPr>
          <a:xfrm>
            <a:off x="2423160" y="1828800"/>
            <a:ext cx="1737360" cy="502920"/>
          </a:xfrm>
          <a:prstGeom prst="roundRect">
            <a:avLst/>
          </a:prstGeom>
          <a:solidFill>
            <a:srgbClr val="97999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Aptos"/>
              </a:rPr>
              <a:t>Armis
(JSON)</a:t>
            </a:r>
          </a:p>
        </p:txBody>
      </p:sp>
      <p:sp>
        <p:nvSpPr>
          <p:cNvPr id="6" name="Rounded Rectangle 5"/>
          <p:cNvSpPr/>
          <p:nvPr/>
        </p:nvSpPr>
        <p:spPr>
          <a:xfrm>
            <a:off x="4297679" y="1828800"/>
            <a:ext cx="1737360" cy="502920"/>
          </a:xfrm>
          <a:prstGeom prst="roundRect">
            <a:avLst/>
          </a:prstGeom>
          <a:solidFill>
            <a:srgbClr val="97999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FFFFFF"/>
                </a:solidFill>
                <a:latin typeface="Aptos"/>
              </a:rPr>
              <a:t>Threat Intel
(JSON)</a:t>
            </a:r>
          </a:p>
        </p:txBody>
      </p:sp>
      <p:sp>
        <p:nvSpPr>
          <p:cNvPr id="7" name="Right Arrow 6"/>
          <p:cNvSpPr/>
          <p:nvPr/>
        </p:nvSpPr>
        <p:spPr>
          <a:xfrm>
            <a:off x="6126479" y="1965960"/>
            <a:ext cx="548640" cy="219456"/>
          </a:xfrm>
          <a:prstGeom prst="rightArrow">
            <a:avLst/>
          </a:prstGeom>
          <a:solidFill>
            <a:srgbClr val="979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720840" y="1828800"/>
            <a:ext cx="4572000" cy="502920"/>
          </a:xfrm>
          <a:prstGeom prst="round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b="1">
                <a:solidFill>
                  <a:srgbClr val="FFFFFF"/>
                </a:solidFill>
                <a:latin typeface="Aptos"/>
              </a:rPr>
              <a:t>vuln-ingest-normalizer  →  one common Finding schema</a:t>
            </a:r>
          </a:p>
        </p:txBody>
      </p:sp>
      <p:sp>
        <p:nvSpPr>
          <p:cNvPr id="9" name="Rounded Rectangle 8"/>
          <p:cNvSpPr/>
          <p:nvPr/>
        </p:nvSpPr>
        <p:spPr>
          <a:xfrm>
            <a:off x="548640" y="2606040"/>
            <a:ext cx="10744200" cy="502920"/>
          </a:xfrm>
          <a:prstGeom prst="roundRect">
            <a:avLst/>
          </a:prstGeom>
          <a:solidFill>
            <a:srgbClr val="26890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b="1">
                <a:solidFill>
                  <a:srgbClr val="FFFFFF"/>
                </a:solidFill>
                <a:latin typeface="Aptos"/>
              </a:rPr>
              <a:t>remediation-planner  →  action type, risk tier (auto-approvable / needs-approval / manual-only), rollback plan</a:t>
            </a:r>
          </a:p>
        </p:txBody>
      </p:sp>
      <p:sp>
        <p:nvSpPr>
          <p:cNvPr id="10" name="Rounded Rectangle 9"/>
          <p:cNvSpPr/>
          <p:nvPr/>
        </p:nvSpPr>
        <p:spPr>
          <a:xfrm>
            <a:off x="548640" y="3383280"/>
            <a:ext cx="3520440" cy="548640"/>
          </a:xfrm>
          <a:prstGeom prst="roundRect">
            <a:avLst/>
          </a:prstGeom>
          <a:solidFill>
            <a:srgbClr val="0D839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Aptos"/>
              </a:rPr>
              <a:t>remediation-fixer-
windows</a:t>
            </a:r>
          </a:p>
        </p:txBody>
      </p:sp>
      <p:sp>
        <p:nvSpPr>
          <p:cNvPr id="11" name="Rectangle 10"/>
          <p:cNvSpPr/>
          <p:nvPr/>
        </p:nvSpPr>
        <p:spPr>
          <a:xfrm>
            <a:off x="548640" y="3977639"/>
            <a:ext cx="3520440" cy="320040"/>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0">
                <a:solidFill>
                  <a:srgbClr val="282728"/>
                </a:solidFill>
                <a:latin typeface="Aptos"/>
              </a:rPr>
              <a:t>Read, Write only</a:t>
            </a:r>
          </a:p>
        </p:txBody>
      </p:sp>
      <p:sp>
        <p:nvSpPr>
          <p:cNvPr id="12" name="Rectangle 11"/>
          <p:cNvSpPr/>
          <p:nvPr/>
        </p:nvSpPr>
        <p:spPr>
          <a:xfrm>
            <a:off x="548640" y="4370832"/>
            <a:ext cx="3520440" cy="914400"/>
          </a:xfrm>
          <a:prstGeom prst="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4462272"/>
            <a:ext cx="3246120" cy="777240"/>
          </a:xfrm>
          <a:prstGeom prst="rect">
            <a:avLst/>
          </a:prstGeom>
          <a:noFill/>
        </p:spPr>
        <p:txBody>
          <a:bodyPr wrap="square">
            <a:spAutoFit/>
          </a:bodyPr>
          <a:lstStyle/>
          <a:p>
            <a:pPr algn="l"/>
            <a:r>
              <a:rPr sz="1000" b="0" i="0">
                <a:solidFill>
                  <a:srgbClr val="53565A"/>
                </a:solidFill>
                <a:latin typeface="Aptos"/>
              </a:rPr>
              <a:t>Windows Server findings → Ansible playbooks</a:t>
            </a:r>
          </a:p>
        </p:txBody>
      </p:sp>
      <p:sp>
        <p:nvSpPr>
          <p:cNvPr id="14" name="Rounded Rectangle 13"/>
          <p:cNvSpPr/>
          <p:nvPr/>
        </p:nvSpPr>
        <p:spPr>
          <a:xfrm>
            <a:off x="4206240" y="3383280"/>
            <a:ext cx="3520440" cy="548640"/>
          </a:xfrm>
          <a:prstGeom prst="roundRect">
            <a:avLst/>
          </a:prstGeom>
          <a:solidFill>
            <a:srgbClr val="00558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Aptos"/>
              </a:rPr>
              <a:t>remediation-fixer-
unix</a:t>
            </a:r>
          </a:p>
        </p:txBody>
      </p:sp>
      <p:sp>
        <p:nvSpPr>
          <p:cNvPr id="15" name="Rectangle 14"/>
          <p:cNvSpPr/>
          <p:nvPr/>
        </p:nvSpPr>
        <p:spPr>
          <a:xfrm>
            <a:off x="4206240" y="3977639"/>
            <a:ext cx="3520440" cy="320040"/>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0">
                <a:solidFill>
                  <a:srgbClr val="282728"/>
                </a:solidFill>
                <a:latin typeface="Aptos"/>
              </a:rPr>
              <a:t>Read, Write only</a:t>
            </a:r>
          </a:p>
        </p:txBody>
      </p:sp>
      <p:sp>
        <p:nvSpPr>
          <p:cNvPr id="16" name="Rectangle 15"/>
          <p:cNvSpPr/>
          <p:nvPr/>
        </p:nvSpPr>
        <p:spPr>
          <a:xfrm>
            <a:off x="4206240" y="4370832"/>
            <a:ext cx="3520440" cy="914400"/>
          </a:xfrm>
          <a:prstGeom prst="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43400" y="4462272"/>
            <a:ext cx="3246120" cy="777240"/>
          </a:xfrm>
          <a:prstGeom prst="rect">
            <a:avLst/>
          </a:prstGeom>
          <a:noFill/>
        </p:spPr>
        <p:txBody>
          <a:bodyPr wrap="square">
            <a:spAutoFit/>
          </a:bodyPr>
          <a:lstStyle/>
          <a:p>
            <a:pPr algn="l"/>
            <a:r>
              <a:rPr sz="1000" b="0" i="0">
                <a:solidFill>
                  <a:srgbClr val="53565A"/>
                </a:solidFill>
                <a:latin typeface="Aptos"/>
              </a:rPr>
              <a:t>Unix Server findings → Ansible playbooks</a:t>
            </a:r>
          </a:p>
        </p:txBody>
      </p:sp>
      <p:sp>
        <p:nvSpPr>
          <p:cNvPr id="18" name="Rounded Rectangle 17"/>
          <p:cNvSpPr/>
          <p:nvPr/>
        </p:nvSpPr>
        <p:spPr>
          <a:xfrm>
            <a:off x="7863840" y="3383280"/>
            <a:ext cx="3520440" cy="548640"/>
          </a:xfrm>
          <a:prstGeom prst="roundRect">
            <a:avLst/>
          </a:prstGeom>
          <a:solidFill>
            <a:srgbClr val="97999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Aptos"/>
              </a:rPr>
              <a:t>Network / IoT-OT</a:t>
            </a:r>
          </a:p>
        </p:txBody>
      </p:sp>
      <p:sp>
        <p:nvSpPr>
          <p:cNvPr id="19" name="Rectangle 18"/>
          <p:cNvSpPr/>
          <p:nvPr/>
        </p:nvSpPr>
        <p:spPr>
          <a:xfrm>
            <a:off x="7863840" y="3977639"/>
            <a:ext cx="3520440" cy="320040"/>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0">
                <a:solidFill>
                  <a:srgbClr val="282728"/>
                </a:solidFill>
                <a:latin typeface="Aptos"/>
              </a:rPr>
              <a:t>No fixer yet</a:t>
            </a:r>
          </a:p>
        </p:txBody>
      </p:sp>
      <p:sp>
        <p:nvSpPr>
          <p:cNvPr id="20" name="Rectangle 19"/>
          <p:cNvSpPr/>
          <p:nvPr/>
        </p:nvSpPr>
        <p:spPr>
          <a:xfrm>
            <a:off x="7863840" y="4370832"/>
            <a:ext cx="3520440" cy="914400"/>
          </a:xfrm>
          <a:prstGeom prst="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01000" y="4462272"/>
            <a:ext cx="3246120" cy="777240"/>
          </a:xfrm>
          <a:prstGeom prst="rect">
            <a:avLst/>
          </a:prstGeom>
          <a:noFill/>
        </p:spPr>
        <p:txBody>
          <a:bodyPr wrap="square">
            <a:spAutoFit/>
          </a:bodyPr>
          <a:lstStyle/>
          <a:p>
            <a:pPr algn="l"/>
            <a:r>
              <a:rPr sz="1000" b="0" i="0">
                <a:solidFill>
                  <a:srgbClr val="53565A"/>
                </a:solidFill>
                <a:latin typeface="Aptos"/>
              </a:rPr>
              <a:t>Planned, not yet auto-remediated — honest gap, not hidden</a:t>
            </a:r>
          </a:p>
        </p:txBody>
      </p:sp>
      <p:sp>
        <p:nvSpPr>
          <p:cNvPr id="22" name="Rounded Rectangle 21"/>
          <p:cNvSpPr/>
          <p:nvPr/>
        </p:nvSpPr>
        <p:spPr>
          <a:xfrm>
            <a:off x="548640" y="5394960"/>
            <a:ext cx="10744200" cy="411480"/>
          </a:xfrm>
          <a:prstGeom prst="roundRect">
            <a:avLst/>
          </a:prstGeom>
          <a:solidFill>
            <a:srgbClr val="046A3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b="1">
                <a:solidFill>
                  <a:srgbClr val="FFFFFF"/>
                </a:solidFill>
                <a:latin typeface="Aptos"/>
              </a:rPr>
              <a:t>/remediate [--generate]  —  never touches real infrastructure; every fixer output is a human-reviewed artifact</a:t>
            </a:r>
          </a:p>
        </p:txBody>
      </p:sp>
      <p:sp>
        <p:nvSpPr>
          <p:cNvPr id="23" name="TextBox 22"/>
          <p:cNvSpPr txBox="1"/>
          <p:nvPr/>
        </p:nvSpPr>
        <p:spPr>
          <a:xfrm>
            <a:off x="457200" y="6035040"/>
            <a:ext cx="11274552" cy="274320"/>
          </a:xfrm>
          <a:prstGeom prst="rect">
            <a:avLst/>
          </a:prstGeom>
          <a:noFill/>
        </p:spPr>
        <p:txBody>
          <a:bodyPr wrap="square">
            <a:spAutoFit/>
          </a:bodyPr>
          <a:lstStyle/>
          <a:p>
            <a:pPr algn="l"/>
            <a:r>
              <a:rPr sz="800" b="0" i="1">
                <a:solidFill>
                  <a:srgbClr val="97999B"/>
                </a:solidFill>
                <a:latin typeface="Aptos"/>
              </a:rPr>
              <a:t>Source: VulnHunter repo (Deloitte-US-Consulting/VulnHunter) — SECURITY_REPORT.md, REMEDIATION_PLAN.md, tests/test_pipeline_artifacts.py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11 findings normalized across 3 sources; 7 are remediable today, 4 honestly flagged as gaps</a:t>
            </a:r>
          </a:p>
        </p:txBody>
      </p:sp>
      <p:sp>
        <p:nvSpPr>
          <p:cNvPr id="5" name="Rectangle 4"/>
          <p:cNvSpPr/>
          <p:nvPr/>
        </p:nvSpPr>
        <p:spPr>
          <a:xfrm>
            <a:off x="457200" y="1737360"/>
            <a:ext cx="2681478" cy="1417320"/>
          </a:xfrm>
          <a:prstGeom prst="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737360"/>
            <a:ext cx="2681478" cy="54864"/>
          </a:xfrm>
          <a:prstGeom prst="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874519"/>
            <a:ext cx="2681478" cy="594360"/>
          </a:xfrm>
          <a:prstGeom prst="rect">
            <a:avLst/>
          </a:prstGeom>
          <a:noFill/>
        </p:spPr>
        <p:txBody>
          <a:bodyPr wrap="square">
            <a:spAutoFit/>
          </a:bodyPr>
          <a:lstStyle/>
          <a:p>
            <a:pPr algn="ctr"/>
            <a:r>
              <a:rPr sz="3000" b="1" i="0">
                <a:solidFill>
                  <a:srgbClr val="86BC25"/>
                </a:solidFill>
                <a:latin typeface="Aptos"/>
              </a:rPr>
              <a:t>11</a:t>
            </a:r>
          </a:p>
        </p:txBody>
      </p:sp>
      <p:sp>
        <p:nvSpPr>
          <p:cNvPr id="8" name="TextBox 7"/>
          <p:cNvSpPr txBox="1"/>
          <p:nvPr/>
        </p:nvSpPr>
        <p:spPr>
          <a:xfrm>
            <a:off x="548640" y="2468880"/>
            <a:ext cx="2498598" cy="640080"/>
          </a:xfrm>
          <a:prstGeom prst="rect">
            <a:avLst/>
          </a:prstGeom>
          <a:noFill/>
        </p:spPr>
        <p:txBody>
          <a:bodyPr wrap="square">
            <a:spAutoFit/>
          </a:bodyPr>
          <a:lstStyle/>
          <a:p>
            <a:pPr algn="ctr"/>
            <a:r>
              <a:rPr sz="1000" b="0" i="0">
                <a:solidFill>
                  <a:srgbClr val="53565A"/>
                </a:solidFill>
                <a:latin typeface="Aptos"/>
              </a:rPr>
              <a:t>Findings
(6 Tenable, 3 Armis, 2 threat intel)</a:t>
            </a:r>
          </a:p>
        </p:txBody>
      </p:sp>
      <p:sp>
        <p:nvSpPr>
          <p:cNvPr id="9" name="Rectangle 8"/>
          <p:cNvSpPr/>
          <p:nvPr/>
        </p:nvSpPr>
        <p:spPr>
          <a:xfrm>
            <a:off x="3321558" y="1737360"/>
            <a:ext cx="2681478" cy="1417320"/>
          </a:xfrm>
          <a:prstGeom prst="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321558" y="1737360"/>
            <a:ext cx="2681478" cy="54864"/>
          </a:xfrm>
          <a:prstGeom prst="rect">
            <a:avLst/>
          </a:prstGeom>
          <a:solidFill>
            <a:srgbClr val="2689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21558" y="1874519"/>
            <a:ext cx="2681478" cy="594360"/>
          </a:xfrm>
          <a:prstGeom prst="rect">
            <a:avLst/>
          </a:prstGeom>
          <a:noFill/>
        </p:spPr>
        <p:txBody>
          <a:bodyPr wrap="square">
            <a:spAutoFit/>
          </a:bodyPr>
          <a:lstStyle/>
          <a:p>
            <a:pPr algn="ctr"/>
            <a:r>
              <a:rPr sz="3000" b="1" i="0">
                <a:solidFill>
                  <a:srgbClr val="26890D"/>
                </a:solidFill>
                <a:latin typeface="Aptos"/>
              </a:rPr>
              <a:t>7</a:t>
            </a:r>
          </a:p>
        </p:txBody>
      </p:sp>
      <p:sp>
        <p:nvSpPr>
          <p:cNvPr id="12" name="TextBox 11"/>
          <p:cNvSpPr txBox="1"/>
          <p:nvPr/>
        </p:nvSpPr>
        <p:spPr>
          <a:xfrm>
            <a:off x="3412998" y="2468880"/>
            <a:ext cx="2498598" cy="640080"/>
          </a:xfrm>
          <a:prstGeom prst="rect">
            <a:avLst/>
          </a:prstGeom>
          <a:noFill/>
        </p:spPr>
        <p:txBody>
          <a:bodyPr wrap="square">
            <a:spAutoFit/>
          </a:bodyPr>
          <a:lstStyle/>
          <a:p>
            <a:pPr algn="ctr"/>
            <a:r>
              <a:rPr sz="1000" b="0" i="0">
                <a:solidFill>
                  <a:srgbClr val="53565A"/>
                </a:solidFill>
                <a:latin typeface="Aptos"/>
              </a:rPr>
              <a:t>Auto-remediable
(4 Windows, 3 Unix)</a:t>
            </a:r>
          </a:p>
        </p:txBody>
      </p:sp>
      <p:sp>
        <p:nvSpPr>
          <p:cNvPr id="13" name="Rectangle 12"/>
          <p:cNvSpPr/>
          <p:nvPr/>
        </p:nvSpPr>
        <p:spPr>
          <a:xfrm>
            <a:off x="6185916" y="1737360"/>
            <a:ext cx="2681478" cy="1417320"/>
          </a:xfrm>
          <a:prstGeom prst="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85916" y="1737360"/>
            <a:ext cx="2681478" cy="54864"/>
          </a:xfrm>
          <a:prstGeom prst="rect">
            <a:avLst/>
          </a:prstGeom>
          <a:solidFill>
            <a:srgbClr val="0D83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85916" y="1874519"/>
            <a:ext cx="2681478" cy="594360"/>
          </a:xfrm>
          <a:prstGeom prst="rect">
            <a:avLst/>
          </a:prstGeom>
          <a:noFill/>
        </p:spPr>
        <p:txBody>
          <a:bodyPr wrap="square">
            <a:spAutoFit/>
          </a:bodyPr>
          <a:lstStyle/>
          <a:p>
            <a:pPr algn="ctr"/>
            <a:r>
              <a:rPr sz="3000" b="1" i="0">
                <a:solidFill>
                  <a:srgbClr val="0D8390"/>
                </a:solidFill>
                <a:latin typeface="Aptos"/>
              </a:rPr>
              <a:t>4</a:t>
            </a:r>
          </a:p>
        </p:txBody>
      </p:sp>
      <p:sp>
        <p:nvSpPr>
          <p:cNvPr id="16" name="TextBox 15"/>
          <p:cNvSpPr txBox="1"/>
          <p:nvPr/>
        </p:nvSpPr>
        <p:spPr>
          <a:xfrm>
            <a:off x="6277356" y="2468880"/>
            <a:ext cx="2498598" cy="640080"/>
          </a:xfrm>
          <a:prstGeom prst="rect">
            <a:avLst/>
          </a:prstGeom>
          <a:noFill/>
        </p:spPr>
        <p:txBody>
          <a:bodyPr wrap="square">
            <a:spAutoFit/>
          </a:bodyPr>
          <a:lstStyle/>
          <a:p>
            <a:pPr algn="ctr"/>
            <a:r>
              <a:rPr sz="1000" b="0" i="0">
                <a:solidFill>
                  <a:srgbClr val="53565A"/>
                </a:solidFill>
                <a:latin typeface="Aptos"/>
              </a:rPr>
              <a:t>Manual-only
(1 network, 3 IoT/OT)</a:t>
            </a:r>
          </a:p>
        </p:txBody>
      </p:sp>
      <p:sp>
        <p:nvSpPr>
          <p:cNvPr id="17" name="Rectangle 16"/>
          <p:cNvSpPr/>
          <p:nvPr/>
        </p:nvSpPr>
        <p:spPr>
          <a:xfrm>
            <a:off x="9050274" y="1737360"/>
            <a:ext cx="2681478" cy="1417320"/>
          </a:xfrm>
          <a:prstGeom prst="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050274" y="1737360"/>
            <a:ext cx="2681478" cy="54864"/>
          </a:xfrm>
          <a:prstGeom prst="rect">
            <a:avLst/>
          </a:prstGeom>
          <a:solidFill>
            <a:srgbClr val="0055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50274" y="1874519"/>
            <a:ext cx="2681478" cy="594360"/>
          </a:xfrm>
          <a:prstGeom prst="rect">
            <a:avLst/>
          </a:prstGeom>
          <a:noFill/>
        </p:spPr>
        <p:txBody>
          <a:bodyPr wrap="square">
            <a:spAutoFit/>
          </a:bodyPr>
          <a:lstStyle/>
          <a:p>
            <a:pPr algn="ctr"/>
            <a:r>
              <a:rPr sz="3000" b="1" i="0">
                <a:solidFill>
                  <a:srgbClr val="005587"/>
                </a:solidFill>
                <a:latin typeface="Aptos"/>
              </a:rPr>
              <a:t>7</a:t>
            </a:r>
          </a:p>
        </p:txBody>
      </p:sp>
      <p:sp>
        <p:nvSpPr>
          <p:cNvPr id="20" name="TextBox 19"/>
          <p:cNvSpPr txBox="1"/>
          <p:nvPr/>
        </p:nvSpPr>
        <p:spPr>
          <a:xfrm>
            <a:off x="9141714" y="2468880"/>
            <a:ext cx="2498598" cy="640080"/>
          </a:xfrm>
          <a:prstGeom prst="rect">
            <a:avLst/>
          </a:prstGeom>
          <a:noFill/>
        </p:spPr>
        <p:txBody>
          <a:bodyPr wrap="square">
            <a:spAutoFit/>
          </a:bodyPr>
          <a:lstStyle/>
          <a:p>
            <a:pPr algn="ctr"/>
            <a:r>
              <a:rPr sz="1000" b="0" i="0">
                <a:solidFill>
                  <a:srgbClr val="53565A"/>
                </a:solidFill>
                <a:latin typeface="Aptos"/>
              </a:rPr>
              <a:t>Ansible playbooks
generated &amp; reviewable</a:t>
            </a:r>
          </a:p>
        </p:txBody>
      </p:sp>
      <p:graphicFrame>
        <p:nvGraphicFramePr>
          <p:cNvPr id="21" name="Table 20"/>
          <p:cNvGraphicFramePr>
            <a:graphicFrameLocks noGrp="1"/>
          </p:cNvGraphicFramePr>
          <p:nvPr/>
        </p:nvGraphicFramePr>
        <p:xfrm>
          <a:off x="457200" y="3429000"/>
          <a:ext cx="11274552" cy="2331720"/>
        </p:xfrm>
        <a:graphic>
          <a:graphicData uri="http://schemas.openxmlformats.org/drawingml/2006/table">
            <a:tbl>
              <a:tblPr firstRow="1" bandRow="1">
                <a:tableStyleId>{5C22544A-7EE6-4342-B048-85BDC9FD1C3A}</a:tableStyleId>
              </a:tblPr>
              <a:tblGrid>
                <a:gridCol w="2743200"/>
                <a:gridCol w="4389120"/>
                <a:gridCol w="2103120"/>
                <a:gridCol w="2039112"/>
              </a:tblGrid>
              <a:tr h="466344">
                <a:tc>
                  <a:txBody>
                    <a:bodyPr/>
                    <a:lstStyle/>
                    <a:p>
                      <a:r>
                        <a:rPr sz="1000" b="1">
                          <a:solidFill>
                            <a:srgbClr val="FFFFFF"/>
                          </a:solidFill>
                          <a:latin typeface="Aptos"/>
                        </a:rPr>
                        <a:t>Asset</a:t>
                      </a:r>
                    </a:p>
                  </a:txBody>
                  <a:tcPr>
                    <a:solidFill>
                      <a:srgbClr val="86BC25"/>
                    </a:solidFill>
                  </a:tcPr>
                </a:tc>
                <a:tc>
                  <a:txBody>
                    <a:bodyPr/>
                    <a:lstStyle/>
                    <a:p>
                      <a:r>
                        <a:rPr sz="1000" b="1">
                          <a:solidFill>
                            <a:srgbClr val="FFFFFF"/>
                          </a:solidFill>
                          <a:latin typeface="Aptos"/>
                        </a:rPr>
                        <a:t>Finding</a:t>
                      </a:r>
                    </a:p>
                  </a:txBody>
                  <a:tcPr>
                    <a:solidFill>
                      <a:srgbClr val="86BC25"/>
                    </a:solidFill>
                  </a:tcPr>
                </a:tc>
                <a:tc>
                  <a:txBody>
                    <a:bodyPr/>
                    <a:lstStyle/>
                    <a:p>
                      <a:r>
                        <a:rPr sz="1000" b="1">
                          <a:solidFill>
                            <a:srgbClr val="FFFFFF"/>
                          </a:solidFill>
                          <a:latin typeface="Aptos"/>
                        </a:rPr>
                        <a:t>Risk Tier</a:t>
                      </a:r>
                    </a:p>
                  </a:txBody>
                  <a:tcPr>
                    <a:solidFill>
                      <a:srgbClr val="86BC25"/>
                    </a:solidFill>
                  </a:tcPr>
                </a:tc>
                <a:tc>
                  <a:txBody>
                    <a:bodyPr/>
                    <a:lstStyle/>
                    <a:p>
                      <a:r>
                        <a:rPr sz="1000" b="1">
                          <a:solidFill>
                            <a:srgbClr val="FFFFFF"/>
                          </a:solidFill>
                          <a:latin typeface="Aptos"/>
                        </a:rPr>
                        <a:t>Automation</a:t>
                      </a:r>
                    </a:p>
                  </a:txBody>
                  <a:tcPr>
                    <a:solidFill>
                      <a:srgbClr val="86BC25"/>
                    </a:solidFill>
                  </a:tcPr>
                </a:tc>
              </a:tr>
              <a:tr h="466344">
                <a:tc>
                  <a:txBody>
                    <a:bodyPr/>
                    <a:lstStyle/>
                    <a:p>
                      <a:r>
                        <a:rPr sz="1000">
                          <a:solidFill>
                            <a:srgbClr val="282728"/>
                          </a:solidFill>
                          <a:latin typeface="Aptos"/>
                        </a:rPr>
                        <a:t>CSW-CORE01 (core switch)</a:t>
                      </a:r>
                    </a:p>
                  </a:txBody>
                  <a:tcPr>
                    <a:solidFill>
                      <a:srgbClr val="FFFFFF"/>
                    </a:solidFill>
                  </a:tcPr>
                </a:tc>
                <a:tc>
                  <a:txBody>
                    <a:bodyPr/>
                    <a:lstStyle/>
                    <a:p>
                      <a:r>
                        <a:rPr sz="1000">
                          <a:solidFill>
                            <a:srgbClr val="282728"/>
                          </a:solidFill>
                          <a:latin typeface="Aptos"/>
                        </a:rPr>
                        <a:t>Cisco IOS XE Web UI priv-esc (CVE-2023-20198)</a:t>
                      </a:r>
                    </a:p>
                  </a:txBody>
                  <a:tcPr>
                    <a:solidFill>
                      <a:srgbClr val="FFFFFF"/>
                    </a:solidFill>
                  </a:tcPr>
                </a:tc>
                <a:tc>
                  <a:txBody>
                    <a:bodyPr/>
                    <a:lstStyle/>
                    <a:p>
                      <a:r>
                        <a:rPr sz="1000">
                          <a:solidFill>
                            <a:srgbClr val="282728"/>
                          </a:solidFill>
                          <a:latin typeface="Aptos"/>
                        </a:rPr>
                        <a:t>Manual-only</a:t>
                      </a:r>
                    </a:p>
                  </a:txBody>
                  <a:tcPr>
                    <a:solidFill>
                      <a:srgbClr val="FFFFFF"/>
                    </a:solidFill>
                  </a:tcPr>
                </a:tc>
                <a:tc>
                  <a:txBody>
                    <a:bodyPr/>
                    <a:lstStyle/>
                    <a:p>
                      <a:r>
                        <a:rPr sz="1000">
                          <a:solidFill>
                            <a:srgbClr val="282728"/>
                          </a:solidFill>
                          <a:latin typeface="Aptos"/>
                        </a:rPr>
                        <a:t>No network fixer yet</a:t>
                      </a:r>
                    </a:p>
                  </a:txBody>
                  <a:tcPr>
                    <a:solidFill>
                      <a:srgbClr val="FFFFFF"/>
                    </a:solidFill>
                  </a:tcPr>
                </a:tc>
              </a:tr>
              <a:tr h="466344">
                <a:tc>
                  <a:txBody>
                    <a:bodyPr/>
                    <a:lstStyle/>
                    <a:p>
                      <a:r>
                        <a:rPr sz="1000">
                          <a:solidFill>
                            <a:srgbClr val="282728"/>
                          </a:solidFill>
                          <a:latin typeface="Aptos"/>
                        </a:rPr>
                        <a:t>WIN-DC01 (domain ctrl)</a:t>
                      </a:r>
                    </a:p>
                  </a:txBody>
                  <a:tcPr>
                    <a:solidFill>
                      <a:srgbClr val="FFFFFF"/>
                    </a:solidFill>
                  </a:tcPr>
                </a:tc>
                <a:tc>
                  <a:txBody>
                    <a:bodyPr/>
                    <a:lstStyle/>
                    <a:p>
                      <a:r>
                        <a:rPr sz="1000">
                          <a:solidFill>
                            <a:srgbClr val="282728"/>
                          </a:solidFill>
                          <a:latin typeface="Aptos"/>
                        </a:rPr>
                        <a:t>PrintNightmare (CVE-2021-34527)</a:t>
                      </a:r>
                    </a:p>
                  </a:txBody>
                  <a:tcPr>
                    <a:solidFill>
                      <a:srgbClr val="FFFFFF"/>
                    </a:solidFill>
                  </a:tcPr>
                </a:tc>
                <a:tc>
                  <a:txBody>
                    <a:bodyPr/>
                    <a:lstStyle/>
                    <a:p>
                      <a:r>
                        <a:rPr sz="1000">
                          <a:solidFill>
                            <a:srgbClr val="282728"/>
                          </a:solidFill>
                          <a:latin typeface="Aptos"/>
                        </a:rPr>
                        <a:t>Needs-change-approval</a:t>
                      </a:r>
                    </a:p>
                  </a:txBody>
                  <a:tcPr>
                    <a:solidFill>
                      <a:srgbClr val="FFFFFF"/>
                    </a:solidFill>
                  </a:tcPr>
                </a:tc>
                <a:tc>
                  <a:txBody>
                    <a:bodyPr/>
                    <a:lstStyle/>
                    <a:p>
                      <a:r>
                        <a:rPr sz="1000">
                          <a:solidFill>
                            <a:srgbClr val="282728"/>
                          </a:solidFill>
                          <a:latin typeface="Aptos"/>
                        </a:rPr>
                        <a:t>Ansible playbook ready</a:t>
                      </a:r>
                    </a:p>
                  </a:txBody>
                  <a:tcPr>
                    <a:solidFill>
                      <a:srgbClr val="FFFFFF"/>
                    </a:solidFill>
                  </a:tcPr>
                </a:tc>
              </a:tr>
              <a:tr h="466344">
                <a:tc>
                  <a:txBody>
                    <a:bodyPr/>
                    <a:lstStyle/>
                    <a:p>
                      <a:r>
                        <a:rPr sz="1000">
                          <a:solidFill>
                            <a:srgbClr val="282728"/>
                          </a:solidFill>
                          <a:latin typeface="Aptos"/>
                        </a:rPr>
                        <a:t>LNX-DB03 (DB server)</a:t>
                      </a:r>
                    </a:p>
                  </a:txBody>
                  <a:tcPr>
                    <a:solidFill>
                      <a:srgbClr val="FFFFFF"/>
                    </a:solidFill>
                  </a:tcPr>
                </a:tc>
                <a:tc>
                  <a:txBody>
                    <a:bodyPr/>
                    <a:lstStyle/>
                    <a:p>
                      <a:r>
                        <a:rPr sz="1000">
                          <a:solidFill>
                            <a:srgbClr val="282728"/>
                          </a:solidFill>
                          <a:latin typeface="Aptos"/>
                        </a:rPr>
                        <a:t>Sudo Baron Samedit (CVE-2021-3156)</a:t>
                      </a:r>
                    </a:p>
                  </a:txBody>
                  <a:tcPr>
                    <a:solidFill>
                      <a:srgbClr val="FFFFFF"/>
                    </a:solidFill>
                  </a:tcPr>
                </a:tc>
                <a:tc>
                  <a:txBody>
                    <a:bodyPr/>
                    <a:lstStyle/>
                    <a:p>
                      <a:r>
                        <a:rPr sz="1000">
                          <a:solidFill>
                            <a:srgbClr val="282728"/>
                          </a:solidFill>
                          <a:latin typeface="Aptos"/>
                        </a:rPr>
                        <a:t>Auto-approvable</a:t>
                      </a:r>
                    </a:p>
                  </a:txBody>
                  <a:tcPr>
                    <a:solidFill>
                      <a:srgbClr val="FFFFFF"/>
                    </a:solidFill>
                  </a:tcPr>
                </a:tc>
                <a:tc>
                  <a:txBody>
                    <a:bodyPr/>
                    <a:lstStyle/>
                    <a:p>
                      <a:r>
                        <a:rPr sz="1000">
                          <a:solidFill>
                            <a:srgbClr val="282728"/>
                          </a:solidFill>
                          <a:latin typeface="Aptos"/>
                        </a:rPr>
                        <a:t>Ansible playbook ready</a:t>
                      </a:r>
                    </a:p>
                  </a:txBody>
                  <a:tcPr>
                    <a:solidFill>
                      <a:srgbClr val="FFFFFF"/>
                    </a:solidFill>
                  </a:tcPr>
                </a:tc>
              </a:tr>
              <a:tr h="466344">
                <a:tc>
                  <a:txBody>
                    <a:bodyPr/>
                    <a:lstStyle/>
                    <a:p>
                      <a:r>
                        <a:rPr sz="1000">
                          <a:solidFill>
                            <a:srgbClr val="282728"/>
                          </a:solidFill>
                          <a:latin typeface="Aptos"/>
                        </a:rPr>
                        <a:t>HVAC-CTRL-B2 (OT device)</a:t>
                      </a:r>
                    </a:p>
                  </a:txBody>
                  <a:tcPr>
                    <a:solidFill>
                      <a:srgbClr val="FFFFFF"/>
                    </a:solidFill>
                  </a:tcPr>
                </a:tc>
                <a:tc>
                  <a:txBody>
                    <a:bodyPr/>
                    <a:lstStyle/>
                    <a:p>
                      <a:r>
                        <a:rPr sz="1000">
                          <a:solidFill>
                            <a:srgbClr val="282728"/>
                          </a:solidFill>
                          <a:latin typeface="Aptos"/>
                        </a:rPr>
                        <a:t>Unauthenticated mgmt interface (CVE-2019-7592)</a:t>
                      </a:r>
                    </a:p>
                  </a:txBody>
                  <a:tcPr>
                    <a:solidFill>
                      <a:srgbClr val="FFFFFF"/>
                    </a:solidFill>
                  </a:tcPr>
                </a:tc>
                <a:tc>
                  <a:txBody>
                    <a:bodyPr/>
                    <a:lstStyle/>
                    <a:p>
                      <a:r>
                        <a:rPr sz="1000">
                          <a:solidFill>
                            <a:srgbClr val="282728"/>
                          </a:solidFill>
                          <a:latin typeface="Aptos"/>
                        </a:rPr>
                        <a:t>Manual-only</a:t>
                      </a:r>
                    </a:p>
                  </a:txBody>
                  <a:tcPr>
                    <a:solidFill>
                      <a:srgbClr val="FFFFFF"/>
                    </a:solidFill>
                  </a:tcPr>
                </a:tc>
                <a:tc>
                  <a:txBody>
                    <a:bodyPr/>
                    <a:lstStyle/>
                    <a:p>
                      <a:r>
                        <a:rPr sz="1000">
                          <a:solidFill>
                            <a:srgbClr val="282728"/>
                          </a:solidFill>
                          <a:latin typeface="Aptos"/>
                        </a:rPr>
                        <a:t>No IoT/OT fixer yet</a:t>
                      </a:r>
                    </a:p>
                  </a:txBody>
                  <a:tcPr>
                    <a:solidFill>
                      <a:srgbClr val="FFFFFF"/>
                    </a:solidFill>
                  </a:tcPr>
                </a:tc>
              </a:tr>
            </a:tbl>
          </a:graphicData>
        </a:graphic>
      </p:graphicFrame>
      <p:sp>
        <p:nvSpPr>
          <p:cNvPr id="22" name="TextBox 21"/>
          <p:cNvSpPr txBox="1"/>
          <p:nvPr/>
        </p:nvSpPr>
        <p:spPr>
          <a:xfrm>
            <a:off x="457200" y="6035040"/>
            <a:ext cx="11274552" cy="274320"/>
          </a:xfrm>
          <a:prstGeom prst="rect">
            <a:avLst/>
          </a:prstGeom>
          <a:noFill/>
        </p:spPr>
        <p:txBody>
          <a:bodyPr wrap="square">
            <a:spAutoFit/>
          </a:bodyPr>
          <a:lstStyle/>
          <a:p>
            <a:pPr algn="l"/>
            <a:r>
              <a:rPr sz="800" b="0" i="1">
                <a:solidFill>
                  <a:srgbClr val="97999B"/>
                </a:solidFill>
                <a:latin typeface="Aptos"/>
              </a:rPr>
              <a:t>Source: VulnHunter repo (Deloitte-US-Consulting/VulnHunter) — SECURITY_REPORT.md, REMEDIATION_PLAN.md, tests/test_pipeline_artifacts.py — REMEDIATION_PLAN.md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itle 4"/>
          <p:cNvSpPr>
            <a:spLocks noGrp="1"/>
          </p:cNvSpPr>
          <p:nvPr>
            <p:ph type="title"/>
          </p:nvPr>
        </p:nvSpPr>
        <p:spPr/>
        <p:txBody>
          <a:bodyPr/>
          <a:lstStyle/>
          <a:p>
            <a:r>
              <a:t>No AI in this system can touch real infrastructure — by construction, not by policy</a:t>
            </a:r>
          </a:p>
        </p:txBody>
      </p:sp>
      <p:sp>
        <p:nvSpPr>
          <p:cNvPr id="6" name="Rounded Rectangle 5"/>
          <p:cNvSpPr/>
          <p:nvPr/>
        </p:nvSpPr>
        <p:spPr>
          <a:xfrm>
            <a:off x="457200" y="1737360"/>
            <a:ext cx="5486400" cy="457200"/>
          </a:xfrm>
          <a:prstGeom prst="round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ptos"/>
              </a:rPr>
              <a:t>What every fixer subagent CAN do</a:t>
            </a:r>
          </a:p>
        </p:txBody>
      </p:sp>
      <p:sp>
        <p:nvSpPr>
          <p:cNvPr id="7" name="Rectangle 6"/>
          <p:cNvSpPr/>
          <p:nvPr/>
        </p:nvSpPr>
        <p:spPr>
          <a:xfrm>
            <a:off x="457200" y="2240280"/>
            <a:ext cx="5486400" cy="1965960"/>
          </a:xfrm>
          <a:prstGeom prst="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423160"/>
            <a:ext cx="5029200" cy="1737360"/>
          </a:xfrm>
          <a:prstGeom prst="rect">
            <a:avLst/>
          </a:prstGeom>
          <a:noFill/>
        </p:spPr>
        <p:txBody>
          <a:bodyPr wrap="square">
            <a:spAutoFit/>
          </a:bodyPr>
          <a:lstStyle/>
          <a:p>
            <a:pPr algn="l">
              <a:spcAft>
                <a:spcPts val="1400"/>
              </a:spcAft>
            </a:pPr>
            <a:r>
              <a:rPr sz="1200" b="0">
                <a:solidFill>
                  <a:srgbClr val="282728"/>
                </a:solidFill>
                <a:latin typeface="Aptos"/>
              </a:rPr>
              <a:t>•  Read source files and normalized findings</a:t>
            </a:r>
          </a:p>
          <a:p>
            <a:pPr algn="l">
              <a:spcAft>
                <a:spcPts val="1400"/>
              </a:spcAft>
            </a:pPr>
            <a:r>
              <a:rPr sz="1200" b="0">
                <a:solidFill>
                  <a:srgbClr val="282728"/>
                </a:solidFill>
                <a:latin typeface="Aptos"/>
              </a:rPr>
              <a:t>•  Write new files: reports, Ansible playbooks, PRs on a NEW branch</a:t>
            </a:r>
          </a:p>
          <a:p>
            <a:pPr algn="l">
              <a:spcAft>
                <a:spcPts val="1400"/>
              </a:spcAft>
            </a:pPr>
            <a:r>
              <a:rPr sz="1200" b="0">
                <a:solidFill>
                  <a:srgbClr val="282728"/>
                </a:solidFill>
                <a:latin typeface="Aptos"/>
              </a:rPr>
              <a:t>•  Run read-only checks (vuln-scanner only): Grep, Glob, version lookups</a:t>
            </a:r>
          </a:p>
        </p:txBody>
      </p:sp>
      <p:sp>
        <p:nvSpPr>
          <p:cNvPr id="9" name="Rounded Rectangle 8"/>
          <p:cNvSpPr/>
          <p:nvPr/>
        </p:nvSpPr>
        <p:spPr>
          <a:xfrm>
            <a:off x="6254496" y="1737360"/>
            <a:ext cx="5486400" cy="457200"/>
          </a:xfrm>
          <a:prstGeom prst="roundRect">
            <a:avLst/>
          </a:prstGeom>
          <a:solidFill>
            <a:srgbClr val="53565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ptos"/>
              </a:rPr>
              <a:t>What NO fixer subagent can ever do</a:t>
            </a:r>
          </a:p>
        </p:txBody>
      </p:sp>
      <p:sp>
        <p:nvSpPr>
          <p:cNvPr id="10" name="Rectangle 9"/>
          <p:cNvSpPr/>
          <p:nvPr/>
        </p:nvSpPr>
        <p:spPr>
          <a:xfrm>
            <a:off x="6254496" y="2240280"/>
            <a:ext cx="5486400" cy="1965960"/>
          </a:xfrm>
          <a:prstGeom prst="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83096" y="2423160"/>
            <a:ext cx="5029200" cy="1737360"/>
          </a:xfrm>
          <a:prstGeom prst="rect">
            <a:avLst/>
          </a:prstGeom>
          <a:noFill/>
        </p:spPr>
        <p:txBody>
          <a:bodyPr wrap="square">
            <a:spAutoFit/>
          </a:bodyPr>
          <a:lstStyle/>
          <a:p>
            <a:pPr algn="l">
              <a:spcAft>
                <a:spcPts val="1400"/>
              </a:spcAft>
            </a:pPr>
            <a:r>
              <a:rPr sz="1200" b="0">
                <a:solidFill>
                  <a:srgbClr val="282728"/>
                </a:solidFill>
                <a:latin typeface="Aptos"/>
              </a:rPr>
              <a:t>•  Connect to a real host, firewall, or network device (no Bash/network tool in any fixer)</a:t>
            </a:r>
          </a:p>
          <a:p>
            <a:pPr algn="l">
              <a:spcAft>
                <a:spcPts val="1400"/>
              </a:spcAft>
            </a:pPr>
            <a:r>
              <a:rPr sz="1200" b="0">
                <a:solidFill>
                  <a:srgbClr val="282728"/>
                </a:solidFill>
                <a:latin typeface="Aptos"/>
              </a:rPr>
              <a:t>•  Push to main directly, or run without a human confirming --fix</a:t>
            </a:r>
          </a:p>
          <a:p>
            <a:pPr algn="l">
              <a:spcAft>
                <a:spcPts val="1400"/>
              </a:spcAft>
            </a:pPr>
            <a:r>
              <a:rPr sz="1200" b="0">
                <a:solidFill>
                  <a:srgbClr val="282728"/>
                </a:solidFill>
                <a:latin typeface="Aptos"/>
              </a:rPr>
              <a:t>•  Auto-approve a domain-controller, auth-server, or core-network change — always flagged needs-change-approval</a:t>
            </a:r>
          </a:p>
        </p:txBody>
      </p:sp>
      <p:sp>
        <p:nvSpPr>
          <p:cNvPr id="12" name="Rounded Rectangle 11"/>
          <p:cNvSpPr/>
          <p:nvPr/>
        </p:nvSpPr>
        <p:spPr>
          <a:xfrm>
            <a:off x="457200" y="4434840"/>
            <a:ext cx="11274552" cy="457200"/>
          </a:xfrm>
          <a:prstGeom prst="roundRect">
            <a:avLst/>
          </a:prstGeom>
          <a:solidFill>
            <a:srgbClr val="046A3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Aptos"/>
              </a:rPr>
              <a:t>Every generated playbook is an artifact for human or change-managed review — never an auto-pilot.</a:t>
            </a:r>
          </a:p>
        </p:txBody>
      </p:sp>
      <p:sp>
        <p:nvSpPr>
          <p:cNvPr id="13" name="TextBox 12"/>
          <p:cNvSpPr txBox="1"/>
          <p:nvPr/>
        </p:nvSpPr>
        <p:spPr>
          <a:xfrm>
            <a:off x="457200" y="6035040"/>
            <a:ext cx="11274552" cy="274320"/>
          </a:xfrm>
          <a:prstGeom prst="rect">
            <a:avLst/>
          </a:prstGeom>
          <a:noFill/>
        </p:spPr>
        <p:txBody>
          <a:bodyPr wrap="square">
            <a:spAutoFit/>
          </a:bodyPr>
          <a:lstStyle/>
          <a:p>
            <a:pPr algn="l"/>
            <a:r>
              <a:rPr sz="800" b="0" i="1">
                <a:solidFill>
                  <a:srgbClr val="97999B"/>
                </a:solidFill>
                <a:latin typeface="Aptos"/>
              </a:rPr>
              <a:t>Source: VulnHunter repo (Deloitte-US-Consulting/VulnHunter) — SECURITY_REPORT.md, REMEDIATION_PLAN.md, tests/test_pipeline_artifacts.py — .claude/agents/*.md tool scoping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33 automated tests validate both pipelines' real outputs — all passing</a:t>
            </a:r>
          </a:p>
        </p:txBody>
      </p:sp>
      <p:sp>
        <p:nvSpPr>
          <p:cNvPr id="5" name="TextBox 4"/>
          <p:cNvSpPr txBox="1"/>
          <p:nvPr/>
        </p:nvSpPr>
        <p:spPr>
          <a:xfrm>
            <a:off x="457200" y="1691640"/>
            <a:ext cx="11274552" cy="457200"/>
          </a:xfrm>
          <a:prstGeom prst="rect">
            <a:avLst/>
          </a:prstGeom>
          <a:noFill/>
        </p:spPr>
        <p:txBody>
          <a:bodyPr wrap="square">
            <a:spAutoFit/>
          </a:bodyPr>
          <a:lstStyle/>
          <a:p>
            <a:pPr algn="l"/>
            <a:r>
              <a:rPr sz="1200" b="0" i="0">
                <a:solidFill>
                  <a:srgbClr val="53565A"/>
                </a:solidFill>
                <a:latin typeface="Aptos"/>
              </a:rPr>
              <a:t>Stdlib-only Python (unittest) reading git history and generated artifacts directly — no mocked agent behavior</a:t>
            </a:r>
          </a:p>
        </p:txBody>
      </p:sp>
      <p:sp>
        <p:nvSpPr>
          <p:cNvPr id="6" name="Rectangle 5"/>
          <p:cNvSpPr/>
          <p:nvPr/>
        </p:nvSpPr>
        <p:spPr>
          <a:xfrm>
            <a:off x="457200" y="2331720"/>
            <a:ext cx="2681478" cy="1371600"/>
          </a:xfrm>
          <a:prstGeom prst="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2331720"/>
            <a:ext cx="2681478" cy="54864"/>
          </a:xfrm>
          <a:prstGeom prst="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2468880"/>
            <a:ext cx="2681478" cy="548640"/>
          </a:xfrm>
          <a:prstGeom prst="rect">
            <a:avLst/>
          </a:prstGeom>
          <a:noFill/>
        </p:spPr>
        <p:txBody>
          <a:bodyPr wrap="square">
            <a:spAutoFit/>
          </a:bodyPr>
          <a:lstStyle/>
          <a:p>
            <a:pPr algn="ctr"/>
            <a:r>
              <a:rPr sz="2800" b="1" i="0">
                <a:solidFill>
                  <a:srgbClr val="86BC25"/>
                </a:solidFill>
                <a:latin typeface="Aptos"/>
              </a:rPr>
              <a:t>7</a:t>
            </a:r>
          </a:p>
        </p:txBody>
      </p:sp>
      <p:sp>
        <p:nvSpPr>
          <p:cNvPr id="9" name="TextBox 8"/>
          <p:cNvSpPr txBox="1"/>
          <p:nvPr/>
        </p:nvSpPr>
        <p:spPr>
          <a:xfrm>
            <a:off x="548640" y="3017520"/>
            <a:ext cx="2498598" cy="640080"/>
          </a:xfrm>
          <a:prstGeom prst="rect">
            <a:avLst/>
          </a:prstGeom>
          <a:noFill/>
        </p:spPr>
        <p:txBody>
          <a:bodyPr wrap="square">
            <a:spAutoFit/>
          </a:bodyPr>
          <a:lstStyle/>
          <a:p>
            <a:pPr algn="ctr"/>
            <a:r>
              <a:rPr sz="1000" b="0" i="0">
                <a:solidFill>
                  <a:srgbClr val="53565A"/>
                </a:solidFill>
                <a:latin typeface="Aptos"/>
              </a:rPr>
              <a:t>Scanner finds
real vulnerabilities</a:t>
            </a:r>
          </a:p>
        </p:txBody>
      </p:sp>
      <p:sp>
        <p:nvSpPr>
          <p:cNvPr id="10" name="Rectangle 9"/>
          <p:cNvSpPr/>
          <p:nvPr/>
        </p:nvSpPr>
        <p:spPr>
          <a:xfrm>
            <a:off x="3321558" y="2331720"/>
            <a:ext cx="2681478" cy="1371600"/>
          </a:xfrm>
          <a:prstGeom prst="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321558" y="2331720"/>
            <a:ext cx="2681478" cy="54864"/>
          </a:xfrm>
          <a:prstGeom prst="rect">
            <a:avLst/>
          </a:prstGeom>
          <a:solidFill>
            <a:srgbClr val="2689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21558" y="2468880"/>
            <a:ext cx="2681478" cy="548640"/>
          </a:xfrm>
          <a:prstGeom prst="rect">
            <a:avLst/>
          </a:prstGeom>
          <a:noFill/>
        </p:spPr>
        <p:txBody>
          <a:bodyPr wrap="square">
            <a:spAutoFit/>
          </a:bodyPr>
          <a:lstStyle/>
          <a:p>
            <a:pPr algn="ctr"/>
            <a:r>
              <a:rPr sz="2800" b="1" i="0">
                <a:solidFill>
                  <a:srgbClr val="26890D"/>
                </a:solidFill>
                <a:latin typeface="Aptos"/>
              </a:rPr>
              <a:t>8</a:t>
            </a:r>
          </a:p>
        </p:txBody>
      </p:sp>
      <p:sp>
        <p:nvSpPr>
          <p:cNvPr id="13" name="TextBox 12"/>
          <p:cNvSpPr txBox="1"/>
          <p:nvPr/>
        </p:nvSpPr>
        <p:spPr>
          <a:xfrm>
            <a:off x="3412998" y="3017520"/>
            <a:ext cx="2498598" cy="640080"/>
          </a:xfrm>
          <a:prstGeom prst="rect">
            <a:avLst/>
          </a:prstGeom>
          <a:noFill/>
        </p:spPr>
        <p:txBody>
          <a:bodyPr wrap="square">
            <a:spAutoFit/>
          </a:bodyPr>
          <a:lstStyle/>
          <a:p>
            <a:pPr algn="ctr"/>
            <a:r>
              <a:rPr sz="1000" b="0" i="0">
                <a:solidFill>
                  <a:srgbClr val="53565A"/>
                </a:solidFill>
                <a:latin typeface="Aptos"/>
              </a:rPr>
              <a:t>Fixer applies only
approved fixes</a:t>
            </a:r>
          </a:p>
        </p:txBody>
      </p:sp>
      <p:sp>
        <p:nvSpPr>
          <p:cNvPr id="14" name="Rectangle 13"/>
          <p:cNvSpPr/>
          <p:nvPr/>
        </p:nvSpPr>
        <p:spPr>
          <a:xfrm>
            <a:off x="6185916" y="2331720"/>
            <a:ext cx="2681478" cy="1371600"/>
          </a:xfrm>
          <a:prstGeom prst="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85916" y="2331720"/>
            <a:ext cx="2681478" cy="54864"/>
          </a:xfrm>
          <a:prstGeom prst="rect">
            <a:avLst/>
          </a:prstGeom>
          <a:solidFill>
            <a:srgbClr val="0D83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85916" y="2468880"/>
            <a:ext cx="2681478" cy="548640"/>
          </a:xfrm>
          <a:prstGeom prst="rect">
            <a:avLst/>
          </a:prstGeom>
          <a:noFill/>
        </p:spPr>
        <p:txBody>
          <a:bodyPr wrap="square">
            <a:spAutoFit/>
          </a:bodyPr>
          <a:lstStyle/>
          <a:p>
            <a:pPr algn="ctr"/>
            <a:r>
              <a:rPr sz="2800" b="1" i="0">
                <a:solidFill>
                  <a:srgbClr val="0D8390"/>
                </a:solidFill>
                <a:latin typeface="Aptos"/>
              </a:rPr>
              <a:t>8</a:t>
            </a:r>
          </a:p>
        </p:txBody>
      </p:sp>
      <p:sp>
        <p:nvSpPr>
          <p:cNvPr id="17" name="TextBox 16"/>
          <p:cNvSpPr txBox="1"/>
          <p:nvPr/>
        </p:nvSpPr>
        <p:spPr>
          <a:xfrm>
            <a:off x="6277356" y="3017520"/>
            <a:ext cx="2498598" cy="640080"/>
          </a:xfrm>
          <a:prstGeom prst="rect">
            <a:avLst/>
          </a:prstGeom>
          <a:noFill/>
        </p:spPr>
        <p:txBody>
          <a:bodyPr wrap="square">
            <a:spAutoFit/>
          </a:bodyPr>
          <a:lstStyle/>
          <a:p>
            <a:pPr algn="ctr"/>
            <a:r>
              <a:rPr sz="1000" b="0" i="0">
                <a:solidFill>
                  <a:srgbClr val="53565A"/>
                </a:solidFill>
                <a:latin typeface="Aptos"/>
              </a:rPr>
              <a:t>Remediation findings
are well-formed</a:t>
            </a:r>
          </a:p>
        </p:txBody>
      </p:sp>
      <p:sp>
        <p:nvSpPr>
          <p:cNvPr id="18" name="Rectangle 17"/>
          <p:cNvSpPr/>
          <p:nvPr/>
        </p:nvSpPr>
        <p:spPr>
          <a:xfrm>
            <a:off x="9050274" y="2331720"/>
            <a:ext cx="2681478" cy="1371600"/>
          </a:xfrm>
          <a:prstGeom prst="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050274" y="2331720"/>
            <a:ext cx="2681478" cy="54864"/>
          </a:xfrm>
          <a:prstGeom prst="rect">
            <a:avLst/>
          </a:prstGeom>
          <a:solidFill>
            <a:srgbClr val="0055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0274" y="2468880"/>
            <a:ext cx="2681478" cy="548640"/>
          </a:xfrm>
          <a:prstGeom prst="rect">
            <a:avLst/>
          </a:prstGeom>
          <a:noFill/>
        </p:spPr>
        <p:txBody>
          <a:bodyPr wrap="square">
            <a:spAutoFit/>
          </a:bodyPr>
          <a:lstStyle/>
          <a:p>
            <a:pPr algn="ctr"/>
            <a:r>
              <a:rPr sz="2800" b="1" i="0">
                <a:solidFill>
                  <a:srgbClr val="005587"/>
                </a:solidFill>
                <a:latin typeface="Aptos"/>
              </a:rPr>
              <a:t>10</a:t>
            </a:r>
          </a:p>
        </p:txBody>
      </p:sp>
      <p:sp>
        <p:nvSpPr>
          <p:cNvPr id="21" name="TextBox 20"/>
          <p:cNvSpPr txBox="1"/>
          <p:nvPr/>
        </p:nvSpPr>
        <p:spPr>
          <a:xfrm>
            <a:off x="9141714" y="3017520"/>
            <a:ext cx="2498598" cy="640080"/>
          </a:xfrm>
          <a:prstGeom prst="rect">
            <a:avLst/>
          </a:prstGeom>
          <a:noFill/>
        </p:spPr>
        <p:txBody>
          <a:bodyPr wrap="square">
            <a:spAutoFit/>
          </a:bodyPr>
          <a:lstStyle/>
          <a:p>
            <a:pPr algn="ctr"/>
            <a:r>
              <a:rPr sz="1000" b="0" i="0">
                <a:solidFill>
                  <a:srgbClr val="53565A"/>
                </a:solidFill>
                <a:latin typeface="Aptos"/>
              </a:rPr>
              <a:t>Plans &amp; playbooks
stay consistent</a:t>
            </a:r>
          </a:p>
        </p:txBody>
      </p:sp>
      <p:sp>
        <p:nvSpPr>
          <p:cNvPr id="22" name="Rounded Rectangle 21"/>
          <p:cNvSpPr/>
          <p:nvPr/>
        </p:nvSpPr>
        <p:spPr>
          <a:xfrm>
            <a:off x="457200" y="3977639"/>
            <a:ext cx="11274552" cy="502920"/>
          </a:xfrm>
          <a:prstGeom prst="roundRect">
            <a:avLst/>
          </a:prstGeom>
          <a:solidFill>
            <a:srgbClr val="046A3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Aptos"/>
              </a:rPr>
              <a:t>Ran 33 tests — OK (0 failures)</a:t>
            </a:r>
          </a:p>
        </p:txBody>
      </p:sp>
      <p:sp>
        <p:nvSpPr>
          <p:cNvPr id="23" name="TextBox 22"/>
          <p:cNvSpPr txBox="1"/>
          <p:nvPr/>
        </p:nvSpPr>
        <p:spPr>
          <a:xfrm>
            <a:off x="457200" y="4663440"/>
            <a:ext cx="11274552" cy="1097280"/>
          </a:xfrm>
          <a:prstGeom prst="rect">
            <a:avLst/>
          </a:prstGeom>
          <a:noFill/>
        </p:spPr>
        <p:txBody>
          <a:bodyPr wrap="square">
            <a:spAutoFit/>
          </a:bodyPr>
          <a:lstStyle/>
          <a:p>
            <a:pPr algn="l"/>
            <a:r>
              <a:rPr sz="1150" b="0" i="0">
                <a:solidFill>
                  <a:srgbClr val="53565A"/>
                </a:solidFill>
                <a:latin typeface="Aptos"/>
              </a:rPr>
              <a:t>Along the way, the suite caught 3 real bugs before they shipped: 2 false positives in the tests themselves (comment text matching a substring), and confirmed GitHub's own secret-scanning correctly blocked a too-realistic fake API key in the demo data — both fixed and re-verified.</a:t>
            </a:r>
          </a:p>
        </p:txBody>
      </p:sp>
      <p:sp>
        <p:nvSpPr>
          <p:cNvPr id="24" name="TextBox 23"/>
          <p:cNvSpPr txBox="1"/>
          <p:nvPr/>
        </p:nvSpPr>
        <p:spPr>
          <a:xfrm>
            <a:off x="457200" y="6035040"/>
            <a:ext cx="11274552" cy="274320"/>
          </a:xfrm>
          <a:prstGeom prst="rect">
            <a:avLst/>
          </a:prstGeom>
          <a:noFill/>
        </p:spPr>
        <p:txBody>
          <a:bodyPr wrap="square">
            <a:spAutoFit/>
          </a:bodyPr>
          <a:lstStyle/>
          <a:p>
            <a:pPr algn="l"/>
            <a:r>
              <a:rPr sz="800" b="0" i="1">
                <a:solidFill>
                  <a:srgbClr val="97999B"/>
                </a:solidFill>
                <a:latin typeface="Aptos"/>
              </a:rPr>
              <a:t>Source: tests/test_pipeline_artifacts.py, tests/test_results.txt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itle 3"/>
          <p:cNvSpPr>
            <a:spLocks noGrp="1"/>
          </p:cNvSpPr>
          <p:nvPr>
            <p:ph type="title"/>
          </p:nvPr>
        </p:nvSpPr>
        <p:spPr/>
        <p:txBody>
          <a:bodyPr/>
          <a:lstStyle/>
          <a:p>
            <a:r>
              <a:t>Network, firewall, and IoT/OT remediation are next — the schema already accounts for them</a:t>
            </a:r>
          </a:p>
        </p:txBody>
      </p:sp>
      <p:sp>
        <p:nvSpPr>
          <p:cNvPr id="7" name="Oval 6"/>
          <p:cNvSpPr/>
          <p:nvPr/>
        </p:nvSpPr>
        <p:spPr>
          <a:xfrm>
            <a:off x="502920" y="1783079"/>
            <a:ext cx="640080" cy="640080"/>
          </a:xfrm>
          <a:prstGeom prst="ellipse">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Aptos"/>
              </a:rPr>
              <a:t>1</a:t>
            </a:r>
          </a:p>
        </p:txBody>
      </p:sp>
      <p:sp>
        <p:nvSpPr>
          <p:cNvPr id="8" name="TextBox 7"/>
          <p:cNvSpPr txBox="1"/>
          <p:nvPr/>
        </p:nvSpPr>
        <p:spPr>
          <a:xfrm>
            <a:off x="457200" y="2606040"/>
            <a:ext cx="3547872" cy="457200"/>
          </a:xfrm>
          <a:prstGeom prst="rect">
            <a:avLst/>
          </a:prstGeom>
          <a:noFill/>
        </p:spPr>
        <p:txBody>
          <a:bodyPr wrap="square">
            <a:spAutoFit/>
          </a:bodyPr>
          <a:lstStyle/>
          <a:p>
            <a:pPr algn="ctr"/>
            <a:r>
              <a:rPr sz="1300" b="1" i="0">
                <a:solidFill>
                  <a:srgbClr val="282728"/>
                </a:solidFill>
                <a:latin typeface="Aptos"/>
              </a:rPr>
              <a:t>remediation-fixer-network</a:t>
            </a:r>
          </a:p>
        </p:txBody>
      </p:sp>
      <p:sp>
        <p:nvSpPr>
          <p:cNvPr id="9" name="Rectangle 8"/>
          <p:cNvSpPr/>
          <p:nvPr/>
        </p:nvSpPr>
        <p:spPr>
          <a:xfrm>
            <a:off x="457200" y="3108960"/>
            <a:ext cx="3547872" cy="2011680"/>
          </a:xfrm>
          <a:prstGeom prst="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246120"/>
            <a:ext cx="3182112" cy="1828800"/>
          </a:xfrm>
          <a:prstGeom prst="rect">
            <a:avLst/>
          </a:prstGeom>
          <a:noFill/>
        </p:spPr>
        <p:txBody>
          <a:bodyPr wrap="square">
            <a:spAutoFit/>
          </a:bodyPr>
          <a:lstStyle/>
          <a:p>
            <a:pPr algn="ctr"/>
            <a:r>
              <a:rPr sz="1050" b="0" i="0">
                <a:solidFill>
                  <a:srgbClr val="53565A"/>
                </a:solidFill>
                <a:latin typeface="Aptos"/>
              </a:rPr>
              <a:t>Vendor CLI config diffs (Cisco IOS/IOS XE, Junos) via Ansible's network collections — same Read/Write-only pattern.</a:t>
            </a:r>
          </a:p>
        </p:txBody>
      </p:sp>
      <p:sp>
        <p:nvSpPr>
          <p:cNvPr id="11" name="Oval 10"/>
          <p:cNvSpPr/>
          <p:nvPr/>
        </p:nvSpPr>
        <p:spPr>
          <a:xfrm>
            <a:off x="4370832" y="1783079"/>
            <a:ext cx="640080" cy="640080"/>
          </a:xfrm>
          <a:prstGeom prst="ellipse">
            <a:avLst/>
          </a:prstGeom>
          <a:solidFill>
            <a:srgbClr val="0D839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Aptos"/>
              </a:rPr>
              <a:t>2</a:t>
            </a:r>
          </a:p>
        </p:txBody>
      </p:sp>
      <p:sp>
        <p:nvSpPr>
          <p:cNvPr id="12" name="TextBox 11"/>
          <p:cNvSpPr txBox="1"/>
          <p:nvPr/>
        </p:nvSpPr>
        <p:spPr>
          <a:xfrm>
            <a:off x="4325112" y="2606040"/>
            <a:ext cx="3547872" cy="457200"/>
          </a:xfrm>
          <a:prstGeom prst="rect">
            <a:avLst/>
          </a:prstGeom>
          <a:noFill/>
        </p:spPr>
        <p:txBody>
          <a:bodyPr wrap="square">
            <a:spAutoFit/>
          </a:bodyPr>
          <a:lstStyle/>
          <a:p>
            <a:pPr algn="ctr"/>
            <a:r>
              <a:rPr sz="1300" b="1" i="0">
                <a:solidFill>
                  <a:srgbClr val="282728"/>
                </a:solidFill>
                <a:latin typeface="Aptos"/>
              </a:rPr>
              <a:t>remediation-fixer-iot</a:t>
            </a:r>
          </a:p>
        </p:txBody>
      </p:sp>
      <p:sp>
        <p:nvSpPr>
          <p:cNvPr id="13" name="Rectangle 12"/>
          <p:cNvSpPr/>
          <p:nvPr/>
        </p:nvSpPr>
        <p:spPr>
          <a:xfrm>
            <a:off x="4325112" y="3108960"/>
            <a:ext cx="3547872" cy="2011680"/>
          </a:xfrm>
          <a:prstGeom prst="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07992" y="3246120"/>
            <a:ext cx="3182112" cy="1828800"/>
          </a:xfrm>
          <a:prstGeom prst="rect">
            <a:avLst/>
          </a:prstGeom>
          <a:noFill/>
        </p:spPr>
        <p:txBody>
          <a:bodyPr wrap="square">
            <a:spAutoFit/>
          </a:bodyPr>
          <a:lstStyle/>
          <a:p>
            <a:pPr algn="ctr"/>
            <a:r>
              <a:rPr sz="1050" b="0" i="0">
                <a:solidFill>
                  <a:srgbClr val="53565A"/>
                </a:solidFill>
                <a:latin typeface="Aptos"/>
              </a:rPr>
              <a:t>Per-vendor integration, starting with the highest-volume device types in the fleet (Armis-visible cameras, BAS controllers).</a:t>
            </a:r>
          </a:p>
        </p:txBody>
      </p:sp>
      <p:sp>
        <p:nvSpPr>
          <p:cNvPr id="15" name="Oval 14"/>
          <p:cNvSpPr/>
          <p:nvPr/>
        </p:nvSpPr>
        <p:spPr>
          <a:xfrm>
            <a:off x="8229600" y="1783079"/>
            <a:ext cx="640080" cy="640080"/>
          </a:xfrm>
          <a:prstGeom prst="ellipse">
            <a:avLst/>
          </a:prstGeom>
          <a:solidFill>
            <a:srgbClr val="00558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Aptos"/>
              </a:rPr>
              <a:t>3</a:t>
            </a:r>
          </a:p>
        </p:txBody>
      </p:sp>
      <p:sp>
        <p:nvSpPr>
          <p:cNvPr id="16" name="TextBox 15"/>
          <p:cNvSpPr txBox="1"/>
          <p:nvPr/>
        </p:nvSpPr>
        <p:spPr>
          <a:xfrm>
            <a:off x="8183879" y="2606040"/>
            <a:ext cx="3547872" cy="457200"/>
          </a:xfrm>
          <a:prstGeom prst="rect">
            <a:avLst/>
          </a:prstGeom>
          <a:noFill/>
        </p:spPr>
        <p:txBody>
          <a:bodyPr wrap="square">
            <a:spAutoFit/>
          </a:bodyPr>
          <a:lstStyle/>
          <a:p>
            <a:pPr algn="ctr"/>
            <a:r>
              <a:rPr sz="1300" b="1" i="0">
                <a:solidFill>
                  <a:srgbClr val="282728"/>
                </a:solidFill>
                <a:latin typeface="Aptos"/>
              </a:rPr>
              <a:t>Live source connectors</a:t>
            </a:r>
          </a:p>
        </p:txBody>
      </p:sp>
      <p:sp>
        <p:nvSpPr>
          <p:cNvPr id="17" name="Rectangle 16"/>
          <p:cNvSpPr/>
          <p:nvPr/>
        </p:nvSpPr>
        <p:spPr>
          <a:xfrm>
            <a:off x="8183879" y="3108960"/>
            <a:ext cx="3547872" cy="2011680"/>
          </a:xfrm>
          <a:prstGeom prst="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66759" y="3246120"/>
            <a:ext cx="3182112" cy="1828800"/>
          </a:xfrm>
          <a:prstGeom prst="rect">
            <a:avLst/>
          </a:prstGeom>
          <a:noFill/>
        </p:spPr>
        <p:txBody>
          <a:bodyPr wrap="square">
            <a:spAutoFit/>
          </a:bodyPr>
          <a:lstStyle/>
          <a:p>
            <a:pPr algn="ctr"/>
            <a:r>
              <a:rPr sz="1050" b="0" i="0">
                <a:solidFill>
                  <a:srgbClr val="53565A"/>
                </a:solidFill>
                <a:latin typeface="Aptos"/>
              </a:rPr>
              <a:t>Swap the mock Tenable/Armis/threat-intel exports for live API pulls — the normalizer's schema doesn't change.</a:t>
            </a:r>
          </a:p>
        </p:txBody>
      </p:sp>
      <p:sp>
        <p:nvSpPr>
          <p:cNvPr id="19" name="Rounded Rectangle 18"/>
          <p:cNvSpPr/>
          <p:nvPr/>
        </p:nvSpPr>
        <p:spPr>
          <a:xfrm>
            <a:off x="457200" y="5349240"/>
            <a:ext cx="11274552" cy="502920"/>
          </a:xfrm>
          <a:prstGeom prst="roundRect">
            <a:avLst/>
          </a:prstGeom>
          <a:solidFill>
            <a:srgbClr val="046A3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ptos"/>
              </a:rPr>
              <a:t>Two working pipelines today, live on GitHub with real PRs — not a slide-only concept.</a:t>
            </a:r>
          </a:p>
        </p:txBody>
      </p:sp>
      <p:sp>
        <p:nvSpPr>
          <p:cNvPr id="20" name="TextBox 19"/>
          <p:cNvSpPr txBox="1"/>
          <p:nvPr/>
        </p:nvSpPr>
        <p:spPr>
          <a:xfrm>
            <a:off x="457200" y="6035040"/>
            <a:ext cx="11274552" cy="274320"/>
          </a:xfrm>
          <a:prstGeom prst="rect">
            <a:avLst/>
          </a:prstGeom>
          <a:noFill/>
        </p:spPr>
        <p:txBody>
          <a:bodyPr wrap="square">
            <a:spAutoFit/>
          </a:bodyPr>
          <a:lstStyle/>
          <a:p>
            <a:pPr algn="l"/>
            <a:r>
              <a:rPr sz="800" b="0" i="1">
                <a:solidFill>
                  <a:srgbClr val="97999B"/>
                </a:solidFill>
                <a:latin typeface="Aptos"/>
              </a:rPr>
              <a:t>Source: VulnHunter repo (Deloitte-US-Consulting/VulnHunter) — SECURITY_REPORT.md, REMEDIATION_PLAN.md, tests/test_pipeline_artifacts.py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VulnHunter</a:t>
            </a:r>
          </a:p>
          <a:p>
            <a:r>
              <a:t>github.com/Deloitte-US-Consulting/VulnHunter</a:t>
            </a:r>
          </a:p>
          <a:p>
            <a:r>
              <a:rPr sz="800">
                <a:solidFill>
                  <a:srgbClr val="53565A"/>
                </a:solidFill>
              </a:rPr>
              <a:t>Copyright © 2026 Deloitte Development LLC. All rights reserved.</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Deloitte_Brand_Theme">
  <a:themeElements>
    <a:clrScheme name="Custom 1">
      <a:dk1>
        <a:sysClr val="windowText" lastClr="000000"/>
      </a:dk1>
      <a:lt1>
        <a:sysClr val="window" lastClr="FFFFFF"/>
      </a:lt1>
      <a:dk2>
        <a:srgbClr val="222222"/>
      </a:dk2>
      <a:lt2>
        <a:srgbClr val="E6E6E6"/>
      </a:lt2>
      <a:accent1>
        <a:srgbClr val="86BC25"/>
      </a:accent1>
      <a:accent2>
        <a:srgbClr val="26890D"/>
      </a:accent2>
      <a:accent3>
        <a:srgbClr val="046A38"/>
      </a:accent3>
      <a:accent4>
        <a:srgbClr val="1C3D26"/>
      </a:accent4>
      <a:accent5>
        <a:srgbClr val="0DF200"/>
      </a:accent5>
      <a:accent6>
        <a:srgbClr val="F1F6E4"/>
      </a:accent6>
      <a:hlink>
        <a:srgbClr val="26890D"/>
      </a:hlink>
      <a:folHlink>
        <a:srgbClr val="7F7F7F"/>
      </a:folHlink>
    </a:clrScheme>
    <a:fontScheme name="Custom 1">
      <a:majorFont>
        <a:latin typeface="Aptos"/>
        <a:ea typeface=""/>
        <a:cs typeface=""/>
      </a:majorFont>
      <a:minorFont>
        <a:latin typeface="Apto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5">
      <a:srgbClr val="009A44"/>
    </a:custClr>
    <a:custClr name="Green 4">
      <a:srgbClr val="43B02A"/>
    </a:custClr>
    <a:custClr name="Green 2">
      <a:srgbClr val="C4D600"/>
    </a:custClr>
    <a:custClr name="Green 1">
      <a:srgbClr val="E3E48D"/>
    </a:custClr>
    <a:custClr name="Teal 8">
      <a:srgbClr val="0D8390"/>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8">
      <a:srgbClr val="007CB0"/>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Bright Teal">
      <a:srgbClr val="3EFAC5"/>
    </a:custClr>
    <a:custClr name="Bright Blue">
      <a:srgbClr val="33F0FF"/>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Brand_Theme" id="{917CC780-C041-4F84-B057-DE63A8CDEF25}" vid="{5A16EDA9-025E-49B0-B403-896FAE83D19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7C0B5E8C28FBB4DB6BB6E6547CA8A70" ma:contentTypeVersion="14" ma:contentTypeDescription="Create a new document." ma:contentTypeScope="" ma:versionID="4c6617896dbd6066d418e5883b6ed562">
  <xsd:schema xmlns:xsd="http://www.w3.org/2001/XMLSchema" xmlns:xs="http://www.w3.org/2001/XMLSchema" xmlns:p="http://schemas.microsoft.com/office/2006/metadata/properties" xmlns:ns3="8f1e2369-70da-40d7-b978-99d0855b91b8" xmlns:ns4="8ee28f6f-733e-446a-845c-015b8614e1f7" targetNamespace="http://schemas.microsoft.com/office/2006/metadata/properties" ma:root="true" ma:fieldsID="7beb73ffafaeb73ea273bd43962ac528" ns3:_="" ns4:_="">
    <xsd:import namespace="8f1e2369-70da-40d7-b978-99d0855b91b8"/>
    <xsd:import namespace="8ee28f6f-733e-446a-845c-015b8614e1f7"/>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DateTaken" minOccurs="0"/>
                <xsd:element ref="ns4:SharedWithUsers" minOccurs="0"/>
                <xsd:element ref="ns4:SharedWithDetails" minOccurs="0"/>
                <xsd:element ref="ns4:SharingHintHash" minOccurs="0"/>
                <xsd:element ref="ns3:MediaServiceLocation" minOccurs="0"/>
                <xsd:element ref="ns3:MediaServiceGenerationTime" minOccurs="0"/>
                <xsd:element ref="ns3:MediaServiceEventHashCode" minOccurs="0"/>
                <xsd:element ref="ns3:MediaServiceAutoKeyPoints" minOccurs="0"/>
                <xsd:element ref="ns3:MediaServiceKeyPoint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f1e2369-70da-40d7-b978-99d0855b91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OCR" ma:index="11" nillable="true" ma:displayName="MediaServiceOCR"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6" nillable="true" ma:displayName="Location" ma:internalName="MediaServiceLocatio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ee28f6f-733e-446a-845c-015b8614e1f7"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SharingHintHash" ma:index="15"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6E6CC2D-2343-40C9-BF57-ACB940668AFF}">
  <ds:schemaRefs>
    <ds:schemaRef ds:uri="http://schemas.microsoft.com/sharepoint/v3/contenttype/forms"/>
  </ds:schemaRefs>
</ds:datastoreItem>
</file>

<file path=customXml/itemProps2.xml><?xml version="1.0" encoding="utf-8"?>
<ds:datastoreItem xmlns:ds="http://schemas.openxmlformats.org/officeDocument/2006/customXml" ds:itemID="{9BBF235D-5BAD-4A08-AEE0-5E29BE15689F}">
  <ds:schemaRefs>
    <ds:schemaRef ds:uri="http://schemas.microsoft.com/office/2006/documentManagement/types"/>
    <ds:schemaRef ds:uri="8f1e2369-70da-40d7-b978-99d0855b91b8"/>
    <ds:schemaRef ds:uri="8ee28f6f-733e-446a-845c-015b8614e1f7"/>
    <ds:schemaRef ds:uri="http://www.w3.org/XML/1998/namespace"/>
    <ds:schemaRef ds:uri="http://purl.org/dc/elements/1.1/"/>
    <ds:schemaRef ds:uri="http://purl.org/dc/dcmitype/"/>
    <ds:schemaRef ds:uri="http://schemas.microsoft.com/office/infopath/2007/PartnerControls"/>
    <ds:schemaRef ds:uri="http://schemas.openxmlformats.org/package/2006/metadata/core-properties"/>
    <ds:schemaRef ds:uri="http://schemas.microsoft.com/office/2006/metadata/properties"/>
    <ds:schemaRef ds:uri="http://purl.org/dc/terms/"/>
  </ds:schemaRefs>
</ds:datastoreItem>
</file>

<file path=customXml/itemProps3.xml><?xml version="1.0" encoding="utf-8"?>
<ds:datastoreItem xmlns:ds="http://schemas.openxmlformats.org/officeDocument/2006/customXml" ds:itemID="{10B2FCBC-AEA4-4167-AEBB-3951BFAB545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f1e2369-70da-40d7-b978-99d0855b91b8"/>
    <ds:schemaRef ds:uri="8ee28f6f-733e-446a-845c-015b8614e1f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ea60d57e-af5b-4752-ac57-3e4f28ca11dc}" enabled="1" method="Standard" siteId="{36da45f1-dd2c-4d1f-af13-5abe46b99921}" removed="0"/>
</clbl:labelList>
</file>

<file path=docProps/app.xml><?xml version="1.0" encoding="utf-8"?>
<Properties xmlns="http://schemas.openxmlformats.org/officeDocument/2006/extended-properties" xmlns:vt="http://schemas.openxmlformats.org/officeDocument/2006/docPropsVTypes">
  <Template>Deloitte_Brand_Theme_102224</Template>
  <TotalTime>0</TotalTime>
  <Words>8233</Words>
  <Application>Microsoft Macintosh PowerPoint</Application>
  <PresentationFormat>Widescreen</PresentationFormat>
  <Paragraphs>941</Paragraphs>
  <Slides>66</Slides>
  <Notes>47</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66</vt:i4>
      </vt:variant>
    </vt:vector>
  </HeadingPairs>
  <TitlesOfParts>
    <vt:vector size="75" baseType="lpstr">
      <vt:lpstr>Aptos</vt:lpstr>
      <vt:lpstr>Arial</vt:lpstr>
      <vt:lpstr>Calibri</vt:lpstr>
      <vt:lpstr>Open Sans</vt:lpstr>
      <vt:lpstr>Verdana</vt:lpstr>
      <vt:lpstr>Wingdings</vt:lpstr>
      <vt:lpstr>Wingdings 2</vt:lpstr>
      <vt:lpstr>Deloitte_Brand_Theme</vt:lpstr>
      <vt:lpstr>think-cell Slide</vt:lpstr>
      <vt:lpstr>The size or weight of Aptos used in the headline can be adapted to suit your needs</vt:lpstr>
      <vt:lpstr>The size or weight  of Aptos used in  the headline can be adapted to suit  your needs</vt:lpstr>
      <vt:lpstr>The size or weight of Aptos used in the headline can be adapted to suit your needs</vt:lpstr>
      <vt:lpstr>The size or weight of Aptos used in the headline can be adapted to suit your needs</vt:lpstr>
      <vt:lpstr>The size or weight of Aptos used in the headline can be adapted to suit your needs</vt:lpstr>
      <vt:lpstr>The size or weight of Aptos used in the headline can be adapted to suit your needs</vt:lpstr>
      <vt:lpstr>The size or weight  of Aptos used in  the headline can be adapted to suit  your needs</vt:lpstr>
      <vt:lpstr>The size or weight  of Aptos used in  the headline can be adapted to suit  your needs</vt:lpstr>
      <vt:lpstr>Document  heading  three lines</vt:lpstr>
      <vt:lpstr>Document  heading  three lines</vt:lpstr>
      <vt:lpstr>The size or weight of Aptos used in the headline can be adapted to suit your needs</vt:lpstr>
      <vt:lpstr>The size or weight of Aptos used in the headline can be adapted to suit your needs</vt:lpstr>
      <vt:lpstr>The size or weight of Aptos used in the headline can be adapted to suit  your needs</vt:lpstr>
      <vt:lpstr>The size or weight of Aptos used in the headline can be adapted to suit  your needs</vt:lpstr>
      <vt:lpstr>The size or weight  of Aptos used in  the headline can be adapted to suit  your needs</vt:lpstr>
      <vt:lpstr>The size or weight of Aptos used in  the headline can be adapted to suit your needs</vt:lpstr>
      <vt:lpstr>Document  heading two lines</vt:lpstr>
      <vt:lpstr>Document  heading two lines</vt:lpstr>
      <vt:lpstr>Brand basics</vt:lpstr>
      <vt:lpstr>Brand basics</vt:lpstr>
      <vt:lpstr>Brand basics</vt:lpstr>
      <vt:lpstr>Brand basics</vt:lpstr>
      <vt:lpstr>Brand basics</vt:lpstr>
      <vt:lpstr>Brand basics</vt:lpstr>
      <vt:lpstr>Page title</vt:lpstr>
      <vt:lpstr>PowerPoint Presentation</vt:lpstr>
      <vt:lpstr>PowerPoint Presentation</vt:lpstr>
      <vt:lpstr>Page title</vt:lpstr>
      <vt:lpstr>PowerPoint Presentation</vt:lpstr>
      <vt:lpstr>PowerPoint Presentation</vt:lpstr>
      <vt:lpstr>Divider slide text</vt:lpstr>
      <vt:lpstr>Divider slide text</vt:lpstr>
      <vt:lpstr>Divider slide text</vt:lpstr>
      <vt:lpstr>Divider slide text</vt:lpstr>
      <vt:lpstr>Divider slide text</vt:lpstr>
      <vt:lpstr>Divider slide text</vt:lpstr>
      <vt:lpstr>Divider slide text</vt:lpstr>
      <vt:lpstr>Divider slide text</vt:lpstr>
      <vt:lpstr>Key statement slide this text is not here to be read highlight key text in italics this text is not here to be read it is here to show how this document will look when filled with real text  </vt:lpstr>
      <vt:lpstr>Text and chart slide</vt:lpstr>
      <vt:lpstr>Text and chart slide</vt:lpstr>
      <vt:lpstr>Text and stacked bar chart </vt:lpstr>
      <vt:lpstr>Text and stacked bar chart </vt:lpstr>
      <vt:lpstr>Bar chart with infographics</vt:lpstr>
      <vt:lpstr>Horizontal stacked bar chart</vt:lpstr>
      <vt:lpstr>Tornado chart</vt:lpstr>
      <vt:lpstr>Line title</vt:lpstr>
      <vt:lpstr>Line title</vt:lpstr>
      <vt:lpstr>Scatter chart</vt:lpstr>
      <vt:lpstr>Page title</vt:lpstr>
      <vt:lpstr>Text boxes with arrows</vt:lpstr>
      <vt:lpstr>Three text boxes</vt:lpstr>
      <vt:lpstr>Icon use</vt:lpstr>
      <vt:lpstr>Slide with table</vt:lpstr>
      <vt:lpstr>Data table</vt:lpstr>
      <vt:lpstr>Flow table</vt:lpstr>
      <vt:lpstr>Project timeline</vt:lpstr>
      <vt:lpstr>Page title</vt:lpstr>
      <vt:lpstr>Team</vt:lpstr>
      <vt:lpstr>Curriculum vitae</vt:lpstr>
      <vt:lpstr>Organizational chart</vt:lpstr>
      <vt:lpstr>Proposed team structure and responsibilities</vt:lpstr>
      <vt:lpstr>Team structure chart</vt:lpstr>
      <vt:lpstr>Pyramid diagrams</vt:lpstr>
      <vt:lpstr>Quotation boxes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16x9 Onscreen PPT</dc:title>
  <dc:creator/>
  <cp:lastModifiedBy/>
  <cp:revision>2</cp:revision>
  <dcterms:created xsi:type="dcterms:W3CDTF">2020-04-09T19:50:51Z</dcterms:created>
  <dcterms:modified xsi:type="dcterms:W3CDTF">2026-02-27T19:00:31Z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a60d57e-af5b-4752-ac57-3e4f28ca11dc_Enabled">
    <vt:lpwstr>true</vt:lpwstr>
  </property>
  <property fmtid="{D5CDD505-2E9C-101B-9397-08002B2CF9AE}" pid="3" name="MSIP_Label_ea60d57e-af5b-4752-ac57-3e4f28ca11dc_SetDate">
    <vt:lpwstr>2021-04-05T20:58:38Z</vt:lpwstr>
  </property>
  <property fmtid="{D5CDD505-2E9C-101B-9397-08002B2CF9AE}" pid="4" name="MSIP_Label_ea60d57e-af5b-4752-ac57-3e4f28ca11dc_Method">
    <vt:lpwstr>Standard</vt:lpwstr>
  </property>
  <property fmtid="{D5CDD505-2E9C-101B-9397-08002B2CF9AE}" pid="5" name="MSIP_Label_ea60d57e-af5b-4752-ac57-3e4f28ca11dc_Name">
    <vt:lpwstr>ea60d57e-af5b-4752-ac57-3e4f28ca11dc</vt:lpwstr>
  </property>
  <property fmtid="{D5CDD505-2E9C-101B-9397-08002B2CF9AE}" pid="6" name="MSIP_Label_ea60d57e-af5b-4752-ac57-3e4f28ca11dc_SiteId">
    <vt:lpwstr>36da45f1-dd2c-4d1f-af13-5abe46b99921</vt:lpwstr>
  </property>
  <property fmtid="{D5CDD505-2E9C-101B-9397-08002B2CF9AE}" pid="7" name="MSIP_Label_ea60d57e-af5b-4752-ac57-3e4f28ca11dc_ActionId">
    <vt:lpwstr>9ab57f92-f9f5-4e1c-bb56-f04159416863</vt:lpwstr>
  </property>
  <property fmtid="{D5CDD505-2E9C-101B-9397-08002B2CF9AE}" pid="8" name="MSIP_Label_ea60d57e-af5b-4752-ac57-3e4f28ca11dc_ContentBits">
    <vt:lpwstr>0</vt:lpwstr>
  </property>
  <property fmtid="{D5CDD505-2E9C-101B-9397-08002B2CF9AE}" pid="9" name="ContentTypeId">
    <vt:lpwstr>0x01010097C0B5E8C28FBB4DB6BB6E6547CA8A70</vt:lpwstr>
  </property>
</Properties>
</file>